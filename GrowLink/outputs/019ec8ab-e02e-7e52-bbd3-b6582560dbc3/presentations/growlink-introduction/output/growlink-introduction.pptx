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8b650d01ac4194" /><Relationship Type="http://schemas.openxmlformats.org/officeDocument/2006/relationships/extended-properties" Target="/docProps/app.xml" Id="R5e6208c0251b4862" /><Relationship Type="http://schemas.openxmlformats.org/officeDocument/2006/relationships/officeDocument" Target="/ppt/presentation.xml" Id="R5ccb380785954e86" /></Relationships>
</file>

<file path=ppt/presentation.xml><?xml version="1.0" encoding="utf-8"?>
<p:presentation xmlns:p="http://schemas.openxmlformats.org/presentationml/2006/main">
  <p:sldMasterIdLst>
    <p:sldMasterId xmlns:r="http://schemas.openxmlformats.org/officeDocument/2006/relationships" id="2147483648" r:id="Rb7ad125018f3411f"/>
  </p:sldMasterIdLst>
  <p:notesMasterIdLst>
    <p:notesMasterId xmlns:r="http://schemas.openxmlformats.org/officeDocument/2006/relationships" r:id="R437f5d2247274ed9"/>
  </p:notesMasterIdLst>
  <p:sldIdLst>
    <p:sldId xmlns:r="http://schemas.openxmlformats.org/officeDocument/2006/relationships" id="256" r:id="R3a605edab433499c"/>
    <p:sldId xmlns:r="http://schemas.openxmlformats.org/officeDocument/2006/relationships" id="257" r:id="R961a2f24062948d6"/>
    <p:sldId xmlns:r="http://schemas.openxmlformats.org/officeDocument/2006/relationships" id="258" r:id="Re73983d720ab432f"/>
    <p:sldId xmlns:r="http://schemas.openxmlformats.org/officeDocument/2006/relationships" id="259" r:id="Rab523c667be348cc"/>
    <p:sldId xmlns:r="http://schemas.openxmlformats.org/officeDocument/2006/relationships" id="260" r:id="R3f33de5aacbd49f4"/>
    <p:sldId xmlns:r="http://schemas.openxmlformats.org/officeDocument/2006/relationships" id="261" r:id="R13b47b04c76542a0"/>
    <p:sldId xmlns:r="http://schemas.openxmlformats.org/officeDocument/2006/relationships" id="262" r:id="R5666985b9ee7409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e8fa59221884431" /><Relationship Type="http://schemas.openxmlformats.org/officeDocument/2006/relationships/slideMaster" Target="/ppt/slideMasters/slideMaster1.xml" Id="Rb7ad125018f3411f" /><Relationship Type="http://schemas.openxmlformats.org/officeDocument/2006/relationships/notesMaster" Target="/ppt/notesMasters/notesMaster1.xml" Id="R437f5d2247274ed9" /><Relationship Type="http://schemas.openxmlformats.org/officeDocument/2006/relationships/presProps" Target="/ppt/presProps.xml" Id="Reac151804d0c4eb2" /><Relationship Type="http://schemas.openxmlformats.org/officeDocument/2006/relationships/viewProps" Target="/ppt/viewProps.xml" Id="R5674666ce5cb4c46" /><Relationship Type="http://schemas.openxmlformats.org/officeDocument/2006/relationships/tableStyles" Target="/ppt/tableStyles.xml" Id="Re3246541efae4648" /><Relationship Type="http://schemas.openxmlformats.org/officeDocument/2006/relationships/slide" Target="/ppt/slides/slide1.xml" Id="R3a605edab433499c" /><Relationship Type="http://schemas.openxmlformats.org/officeDocument/2006/relationships/slide" Target="/ppt/slides/slide2.xml" Id="R961a2f24062948d6" /><Relationship Type="http://schemas.openxmlformats.org/officeDocument/2006/relationships/slide" Target="/ppt/slides/slide3.xml" Id="Re73983d720ab432f" /><Relationship Type="http://schemas.openxmlformats.org/officeDocument/2006/relationships/slide" Target="/ppt/slides/slide4.xml" Id="Rab523c667be348cc" /><Relationship Type="http://schemas.openxmlformats.org/officeDocument/2006/relationships/slide" Target="/ppt/slides/slide5.xml" Id="R3f33de5aacbd49f4" /><Relationship Type="http://schemas.openxmlformats.org/officeDocument/2006/relationships/slide" Target="/ppt/slides/slide6.xml" Id="R13b47b04c76542a0" /><Relationship Type="http://schemas.openxmlformats.org/officeDocument/2006/relationships/slide" Target="/ppt/slides/slide7.xml" Id="R5666985b9ee740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f1d28d4cb14f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9b464097274ada" /><Relationship Type="http://schemas.openxmlformats.org/officeDocument/2006/relationships/notesMaster" Target="/ppt/notesMasters/notesMaster1.xml" Id="Rf6d0d613660f4d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c17f10c6c34d1a" /><Relationship Type="http://schemas.openxmlformats.org/officeDocument/2006/relationships/notesMaster" Target="/ppt/notesMasters/notesMaster1.xml" Id="R012144b7084447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73771536464a57" /><Relationship Type="http://schemas.openxmlformats.org/officeDocument/2006/relationships/notesMaster" Target="/ppt/notesMasters/notesMaster1.xml" Id="Rbab5802228204f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0625b653c44fb1" /><Relationship Type="http://schemas.openxmlformats.org/officeDocument/2006/relationships/notesMaster" Target="/ppt/notesMasters/notesMaster1.xml" Id="Rf770f86a5e414c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ca18838f9645d7" /><Relationship Type="http://schemas.openxmlformats.org/officeDocument/2006/relationships/notesMaster" Target="/ppt/notesMasters/notesMaster1.xml" Id="Re1b730e2d0e34e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c627fec63740b4" /><Relationship Type="http://schemas.openxmlformats.org/officeDocument/2006/relationships/notesMaster" Target="/ppt/notesMasters/notesMaster1.xml" Id="R5e15521012cb4b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33099c64524bf6" /><Relationship Type="http://schemas.openxmlformats.org/officeDocument/2006/relationships/notesMaster" Target="/ppt/notesMasters/notesMaster1.xml" Id="R6bda2d2a3d9d45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c43d90c7754d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b52f158b27465b" /><Relationship Type="http://schemas.openxmlformats.org/officeDocument/2006/relationships/slideLayout" Target="/ppt/slideLayouts/slideLayout1.xml" Id="R49b0886d993546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b0886d993546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9014eebaad476c" /><Relationship Type="http://schemas.openxmlformats.org/officeDocument/2006/relationships/image" Target="/ppt/media/image.png" Id="R27b8b212ca814420" /><Relationship Type="http://schemas.openxmlformats.org/officeDocument/2006/relationships/image" Target="/ppt/media/image2.png" Id="Rc498bea7830a4b8b" /><Relationship Type="http://schemas.openxmlformats.org/officeDocument/2006/relationships/notesSlide" Target="/ppt/notesSlides/notesSlide1.xml" Id="Rfcd7a2e0815849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d5ddb017204dee" /><Relationship Type="http://schemas.openxmlformats.org/officeDocument/2006/relationships/image" Target="/ppt/media/image3.png" Id="R783e5647330b499a" /><Relationship Type="http://schemas.openxmlformats.org/officeDocument/2006/relationships/image" Target="/ppt/media/image4.png" Id="R6eeba36d5a924b6e" /><Relationship Type="http://schemas.openxmlformats.org/officeDocument/2006/relationships/notesSlide" Target="/ppt/notesSlides/notesSlide2.xml" Id="Re26af4b5572441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90bc6e68764001" /><Relationship Type="http://schemas.openxmlformats.org/officeDocument/2006/relationships/image" Target="/ppt/media/image5.png" Id="R0647bff24f174e7c" /><Relationship Type="http://schemas.openxmlformats.org/officeDocument/2006/relationships/notesSlide" Target="/ppt/notesSlides/notesSlide3.xml" Id="R3180ad7bf7de45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26cf1c039a414a" /><Relationship Type="http://schemas.openxmlformats.org/officeDocument/2006/relationships/image" Target="/ppt/media/image6.png" Id="Rf7f1c4a82cf34d41" /><Relationship Type="http://schemas.openxmlformats.org/officeDocument/2006/relationships/notesSlide" Target="/ppt/notesSlides/notesSlide4.xml" Id="R1b9c9750b22c42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ffba9e8cc874a09" /><Relationship Type="http://schemas.openxmlformats.org/officeDocument/2006/relationships/image" Target="/ppt/media/image7.png" Id="R52baaadf54b440fc" /><Relationship Type="http://schemas.openxmlformats.org/officeDocument/2006/relationships/notesSlide" Target="/ppt/notesSlides/notesSlide5.xml" Id="R36f388aae23240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28d97a3f304b7c" /><Relationship Type="http://schemas.openxmlformats.org/officeDocument/2006/relationships/image" Target="/ppt/media/image8.png" Id="Re443549468a5421c" /><Relationship Type="http://schemas.openxmlformats.org/officeDocument/2006/relationships/image" Target="/ppt/media/image9.png" Id="R107169920654458e" /><Relationship Type="http://schemas.openxmlformats.org/officeDocument/2006/relationships/image" Target="/ppt/media/image10.png" Id="R606a486398944bfe" /><Relationship Type="http://schemas.openxmlformats.org/officeDocument/2006/relationships/image" Target="/ppt/media/image11.png" Id="Rdb5d2fa841ba4816" /><Relationship Type="http://schemas.openxmlformats.org/officeDocument/2006/relationships/notesSlide" Target="/ppt/notesSlides/notesSlide6.xml" Id="R1cc028bec5cd44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dd7e63848949c4" /><Relationship Type="http://schemas.openxmlformats.org/officeDocument/2006/relationships/image" Target="/ppt/media/image12.png" Id="Rbeec27b1cd134e1b" /><Relationship Type="http://schemas.openxmlformats.org/officeDocument/2006/relationships/notesSlide" Target="/ppt/notesSlides/notesSlide7.xml" Id="R1be23a303ecb4cc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079B0E3-6904-4C46-AD38-685264DB51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CF7"/>
          </a:solidFill>
          <a:ln xmlns:a="http://schemas.openxmlformats.org/drawingml/2006/main" w="0">
            <a:solidFill>
              <a:srgbClr val="FBFCF7"/>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7b8b212ca814420"/>
          <a:srcRect xmlns:a="http://schemas.openxmlformats.org/drawingml/2006/main" l="26330" t="0" r="2633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2DD002F-F541-4366-BCCE-07C95C4440A6}"/>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FFFFFF">
              <a:alpha val="95686"/>
            </a:srgbClr>
          </a:solidFill>
          <a:ln xmlns:a="http://schemas.openxmlformats.org/drawingml/2006/main" w="0">
            <a:solidFill>
              <a:srgbClr val="FFFFFF"/>
            </a:solidFill>
            <a:prstDash val="solid"/>
          </a:ln>
        </p:spPr>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c498bea7830a4b8b"/>
          <a:stretch xmlns:a="http://schemas.openxmlformats.org/drawingml/2006/main"/>
        </p:blipFill>
        <p:spPr>
          <a:xfrm xmlns:a="http://schemas.openxmlformats.org/drawingml/2006/main">
            <a:off x="685800" y="515286"/>
            <a:ext cx="1809750" cy="426753"/>
          </a:xfrm>
          <a:prstGeom xmlns:a="http://schemas.openxmlformats.org/drawingml/2006/main" prst="rect">
            <a:avLst/>
          </a:prstGeom>
        </p:spPr>
      </p:pic>
      <p:sp>
        <p:nvSpPr>
          <p:cNvPr id="5" name="kicker-marker">
            <a:extLst xmlns:a="http://schemas.openxmlformats.org/drawingml/2006/main">
              <a:ext uri="{FF2B5EF4-FFF2-40B4-BE49-F238E27FC236}">
                <a16:creationId xmlns:a16="http://schemas.microsoft.com/office/drawing/2014/main" id="{8135A06C-6515-49C6-A531-4599F379175D}"/>
              </a:ext>
            </a:extLst>
          </p:cNvPr>
          <p:cNvSpPr>
            <a:spLocks xmlns:a="http://schemas.openxmlformats.org/drawingml/2006/main" noGrp="1"/>
          </p:cNvSpPr>
          <p:nvPr/>
        </p:nvSpPr>
        <p:spPr>
          <a:xfrm xmlns:a="http://schemas.openxmlformats.org/drawingml/2006/main">
            <a:off x="685800" y="1504950"/>
            <a:ext cx="247650" cy="38100"/>
          </a:xfrm>
          <a:prstGeom xmlns:a="http://schemas.openxmlformats.org/drawingml/2006/main" prst="rect">
            <a:avLst/>
          </a:prstGeom>
          <a:solidFill xmlns:a="http://schemas.openxmlformats.org/drawingml/2006/main">
            <a:srgbClr val="0F4D3B"/>
          </a:solidFill>
          <a:ln xmlns:a="http://schemas.openxmlformats.org/drawingml/2006/main" w="0">
            <a:solidFill>
              <a:srgbClr val="0F4D3B"/>
            </a:solidFill>
            <a:prstDash val="solid"/>
          </a:ln>
        </p:spPr>
      </p:sp>
      <p:sp>
        <p:nvSpPr>
          <p:cNvPr id="6" name="kicker-label">
            <a:extLst xmlns:a="http://schemas.openxmlformats.org/drawingml/2006/main">
              <a:ext uri="{FF2B5EF4-FFF2-40B4-BE49-F238E27FC236}">
                <a16:creationId xmlns:a16="http://schemas.microsoft.com/office/drawing/2014/main" id="{2F554FFC-A304-423D-8C23-C941DF79F90D}"/>
              </a:ext>
            </a:extLst>
          </p:cNvPr>
          <p:cNvSpPr>
            <a:spLocks xmlns:a="http://schemas.openxmlformats.org/drawingml/2006/main" noGrp="1"/>
          </p:cNvSpPr>
          <p:nvPr/>
        </p:nvSpPr>
        <p:spPr>
          <a:xfrm xmlns:a="http://schemas.openxmlformats.org/drawingml/2006/main">
            <a:off x="1047750" y="14287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4D3B"/>
                </a:solidFill>
                <a:latin typeface="Hiragino Sans"/>
                <a:ea typeface="Hiragino Sans"/>
                <a:cs typeface="Hiragino Sans"/>
              </a:defRPr>
            </a:pPr>
            <a:r>
              <a:rPr sz="900" b="1">
                <a:solidFill>
                  <a:srgbClr val="0F4D3B"/>
                </a:solidFill>
                <a:latin typeface="Hiragino Sans"/>
                <a:ea typeface="Hiragino Sans"/>
                <a:cs typeface="Hiragino Sans"/>
              </a:rPr>
              <a:t>ONLINE LEARNING</a:t>
            </a:r>
          </a:p>
        </p:txBody>
      </p:sp>
      <p:sp>
        <p:nvSpPr>
          <p:cNvPr id="7" name="">
            <a:extLst xmlns:a="http://schemas.openxmlformats.org/drawingml/2006/main">
              <a:ext uri="{FF2B5EF4-FFF2-40B4-BE49-F238E27FC236}">
                <a16:creationId xmlns:a16="http://schemas.microsoft.com/office/drawing/2014/main" id="{ABD4AA4E-3FA4-4556-A16B-1B4114A590C5}"/>
              </a:ext>
            </a:extLst>
          </p:cNvPr>
          <p:cNvSpPr>
            <a:spLocks xmlns:a="http://schemas.openxmlformats.org/drawingml/2006/main" noGrp="1"/>
          </p:cNvSpPr>
          <p:nvPr/>
        </p:nvSpPr>
        <p:spPr>
          <a:xfrm xmlns:a="http://schemas.openxmlformats.org/drawingml/2006/main">
            <a:off x="685800" y="1752600"/>
            <a:ext cx="4457700" cy="1485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1">
                <a:solidFill>
                  <a:srgbClr val="13251F"/>
                </a:solidFill>
                <a:latin typeface="Hiragino Sans"/>
                <a:ea typeface="Hiragino Sans"/>
                <a:cs typeface="Hiragino Sans"/>
              </a:defRPr>
            </a:pPr>
            <a:r>
              <a:rPr sz="3450" b="1">
                <a:solidFill>
                  <a:srgbClr val="13251F"/>
                </a:solidFill>
                <a:latin typeface="Hiragino Sans"/>
                <a:ea typeface="Hiragino Sans"/>
                <a:cs typeface="Hiragino Sans"/>
              </a:rPr>
              <a:t>その一歩が、</a:t>
            </a:r>
          </a:p>
          <a:p xmlns:a="http://schemas.openxmlformats.org/drawingml/2006/main">
            <a:pPr algn="l">
              <a:defRPr sz="3450" b="1">
                <a:solidFill>
                  <a:srgbClr val="13251F"/>
                </a:solidFill>
                <a:latin typeface="Hiragino Sans"/>
                <a:ea typeface="Hiragino Sans"/>
                <a:cs typeface="Hiragino Sans"/>
              </a:defRPr>
            </a:pPr>
            <a:r>
              <a:rPr sz="3450" b="1">
                <a:solidFill>
                  <a:srgbClr val="13251F"/>
                </a:solidFill>
                <a:latin typeface="Hiragino Sans"/>
                <a:ea typeface="Hiragino Sans"/>
                <a:cs typeface="Hiragino Sans"/>
              </a:rPr>
              <a:t>未来の働き方を</a:t>
            </a:r>
          </a:p>
          <a:p xmlns:a="http://schemas.openxmlformats.org/drawingml/2006/main">
            <a:pPr algn="l">
              <a:defRPr sz="3450" b="1">
                <a:solidFill>
                  <a:srgbClr val="13251F"/>
                </a:solidFill>
                <a:latin typeface="Hiragino Sans"/>
                <a:ea typeface="Hiragino Sans"/>
                <a:cs typeface="Hiragino Sans"/>
              </a:defRPr>
            </a:pPr>
            <a:r>
              <a:rPr sz="3450" b="1">
                <a:solidFill>
                  <a:srgbClr val="13251F"/>
                </a:solidFill>
                <a:latin typeface="Hiragino Sans"/>
                <a:ea typeface="Hiragino Sans"/>
                <a:cs typeface="Hiragino Sans"/>
              </a:rPr>
              <a:t>変える。</a:t>
            </a:r>
          </a:p>
        </p:txBody>
      </p:sp>
      <p:sp>
        <p:nvSpPr>
          <p:cNvPr id="8" name="">
            <a:extLst xmlns:a="http://schemas.openxmlformats.org/drawingml/2006/main">
              <a:ext uri="{FF2B5EF4-FFF2-40B4-BE49-F238E27FC236}">
                <a16:creationId xmlns:a16="http://schemas.microsoft.com/office/drawing/2014/main" id="{D9C780C3-157F-4E83-8976-7541ABF2B313}"/>
              </a:ext>
            </a:extLst>
          </p:cNvPr>
          <p:cNvSpPr>
            <a:spLocks xmlns:a="http://schemas.openxmlformats.org/drawingml/2006/main" noGrp="1"/>
          </p:cNvSpPr>
          <p:nvPr/>
        </p:nvSpPr>
        <p:spPr>
          <a:xfrm xmlns:a="http://schemas.openxmlformats.org/drawingml/2006/main">
            <a:off x="723900" y="3390900"/>
            <a:ext cx="44577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E6E68"/>
                </a:solidFill>
                <a:latin typeface="Hiragino Sans"/>
                <a:ea typeface="Hiragino Sans"/>
                <a:cs typeface="Hiragino Sans"/>
              </a:defRPr>
            </a:pPr>
            <a:r>
              <a:rPr sz="1500" b="0">
                <a:solidFill>
                  <a:srgbClr val="5E6E68"/>
                </a:solidFill>
                <a:latin typeface="Hiragino Sans"/>
                <a:ea typeface="Hiragino Sans"/>
                <a:cs typeface="Hiragino Sans"/>
              </a:rPr>
              <a:t>30代〜40代のママさんへ。</a:t>
            </a:r>
          </a:p>
          <a:p xmlns:a="http://schemas.openxmlformats.org/drawingml/2006/main">
            <a:pPr algn="l">
              <a:defRPr sz="1500" b="0">
                <a:solidFill>
                  <a:srgbClr val="5E6E68"/>
                </a:solidFill>
                <a:latin typeface="Hiragino Sans"/>
                <a:ea typeface="Hiragino Sans"/>
                <a:cs typeface="Hiragino Sans"/>
              </a:defRPr>
            </a:pPr>
            <a:r>
              <a:rPr sz="1500" b="0">
                <a:solidFill>
                  <a:srgbClr val="5E6E68"/>
                </a:solidFill>
                <a:latin typeface="Hiragino Sans"/>
                <a:ea typeface="Hiragino Sans"/>
                <a:cs typeface="Hiragino Sans"/>
              </a:rPr>
              <a:t>デザイン・動画・SNS・AI活用を学びながら、在宅ワークや副業に挑戦するための最初のきっかけを届けるオンライン講座です。</a:t>
            </a:r>
          </a:p>
        </p:txBody>
      </p:sp>
      <p:sp>
        <p:nvSpPr>
          <p:cNvPr id="9" name="">
            <a:extLst xmlns:a="http://schemas.openxmlformats.org/drawingml/2006/main">
              <a:ext uri="{FF2B5EF4-FFF2-40B4-BE49-F238E27FC236}">
                <a16:creationId xmlns:a16="http://schemas.microsoft.com/office/drawing/2014/main" id="{FF84A919-2ADE-4F79-A8A7-7BBE97B21D7D}"/>
              </a:ext>
            </a:extLst>
          </p:cNvPr>
          <p:cNvSpPr>
            <a:spLocks xmlns:a="http://schemas.openxmlformats.org/drawingml/2006/main" noGrp="1"/>
          </p:cNvSpPr>
          <p:nvPr/>
        </p:nvSpPr>
        <p:spPr>
          <a:xfrm xmlns:a="http://schemas.openxmlformats.org/drawingml/2006/main">
            <a:off x="723900" y="4667250"/>
            <a:ext cx="1752600" cy="400050"/>
          </a:xfrm>
          <a:prstGeom xmlns:a="http://schemas.openxmlformats.org/drawingml/2006/main" prst="rect">
            <a:avLst/>
          </a:prstGeom>
          <a:solidFill xmlns:a="http://schemas.openxmlformats.org/drawingml/2006/main">
            <a:srgbClr val="EEF8F1"/>
          </a:solidFill>
          <a:ln xmlns:a="http://schemas.openxmlformats.org/drawingml/2006/main" w="9525">
            <a:solidFill>
              <a:srgbClr val="DFE9E3"/>
            </a:solidFill>
            <a:prstDash val="solid"/>
          </a:ln>
        </p:spPr>
      </p:sp>
      <p:sp>
        <p:nvSpPr>
          <p:cNvPr id="10" name="">
            <a:extLst xmlns:a="http://schemas.openxmlformats.org/drawingml/2006/main">
              <a:ext uri="{FF2B5EF4-FFF2-40B4-BE49-F238E27FC236}">
                <a16:creationId xmlns:a16="http://schemas.microsoft.com/office/drawing/2014/main" id="{9C9BBD1E-F167-4666-8394-5ADE29A81080}"/>
              </a:ext>
            </a:extLst>
          </p:cNvPr>
          <p:cNvSpPr>
            <a:spLocks xmlns:a="http://schemas.openxmlformats.org/drawingml/2006/main" noGrp="1"/>
          </p:cNvSpPr>
          <p:nvPr/>
        </p:nvSpPr>
        <p:spPr>
          <a:xfrm xmlns:a="http://schemas.openxmlformats.org/drawingml/2006/main">
            <a:off x="723900" y="4733925"/>
            <a:ext cx="1752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0F4D3B"/>
                </a:solidFill>
                <a:latin typeface="Hiragino Sans"/>
                <a:ea typeface="Hiragino Sans"/>
                <a:cs typeface="Hiragino Sans"/>
              </a:defRPr>
            </a:pPr>
            <a:r>
              <a:rPr sz="1125" b="1">
                <a:solidFill>
                  <a:srgbClr val="0F4D3B"/>
                </a:solidFill>
                <a:latin typeface="Hiragino Sans"/>
                <a:ea typeface="Hiragino Sans"/>
                <a:cs typeface="Hiragino Sans"/>
              </a:rPr>
              <a:t>未経験から学びやすい</a:t>
            </a:r>
          </a:p>
        </p:txBody>
      </p:sp>
      <p:sp>
        <p:nvSpPr>
          <p:cNvPr id="11" name="">
            <a:extLst xmlns:a="http://schemas.openxmlformats.org/drawingml/2006/main">
              <a:ext uri="{FF2B5EF4-FFF2-40B4-BE49-F238E27FC236}">
                <a16:creationId xmlns:a16="http://schemas.microsoft.com/office/drawing/2014/main" id="{1B2C00FE-BFFA-425A-B213-1D67167469BA}"/>
              </a:ext>
            </a:extLst>
          </p:cNvPr>
          <p:cNvSpPr>
            <a:spLocks xmlns:a="http://schemas.openxmlformats.org/drawingml/2006/main" noGrp="1"/>
          </p:cNvSpPr>
          <p:nvPr/>
        </p:nvSpPr>
        <p:spPr>
          <a:xfrm xmlns:a="http://schemas.openxmlformats.org/drawingml/2006/main">
            <a:off x="2609850" y="4667250"/>
            <a:ext cx="1752600" cy="400050"/>
          </a:xfrm>
          <a:prstGeom xmlns:a="http://schemas.openxmlformats.org/drawingml/2006/main" prst="rect">
            <a:avLst/>
          </a:prstGeom>
          <a:solidFill xmlns:a="http://schemas.openxmlformats.org/drawingml/2006/main">
            <a:srgbClr val="EEF8F1"/>
          </a:solidFill>
          <a:ln xmlns:a="http://schemas.openxmlformats.org/drawingml/2006/main" w="9525">
            <a:solidFill>
              <a:srgbClr val="DFE9E3"/>
            </a:solidFill>
            <a:prstDash val="solid"/>
          </a:ln>
        </p:spPr>
      </p:sp>
      <p:sp>
        <p:nvSpPr>
          <p:cNvPr id="12" name="">
            <a:extLst xmlns:a="http://schemas.openxmlformats.org/drawingml/2006/main">
              <a:ext uri="{FF2B5EF4-FFF2-40B4-BE49-F238E27FC236}">
                <a16:creationId xmlns:a16="http://schemas.microsoft.com/office/drawing/2014/main" id="{2DAEE8D4-954D-49E0-A57F-6F2F23EAECF1}"/>
              </a:ext>
            </a:extLst>
          </p:cNvPr>
          <p:cNvSpPr>
            <a:spLocks xmlns:a="http://schemas.openxmlformats.org/drawingml/2006/main" noGrp="1"/>
          </p:cNvSpPr>
          <p:nvPr/>
        </p:nvSpPr>
        <p:spPr>
          <a:xfrm xmlns:a="http://schemas.openxmlformats.org/drawingml/2006/main">
            <a:off x="2609850" y="4733925"/>
            <a:ext cx="1752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0F4D3B"/>
                </a:solidFill>
                <a:latin typeface="Hiragino Sans"/>
                <a:ea typeface="Hiragino Sans"/>
                <a:cs typeface="Hiragino Sans"/>
              </a:defRPr>
            </a:pPr>
            <a:r>
              <a:rPr sz="1125" b="1">
                <a:solidFill>
                  <a:srgbClr val="0F4D3B"/>
                </a:solidFill>
                <a:latin typeface="Hiragino Sans"/>
                <a:ea typeface="Hiragino Sans"/>
                <a:cs typeface="Hiragino Sans"/>
              </a:rPr>
              <a:t>家事・育児の合間に</a:t>
            </a:r>
          </a:p>
        </p:txBody>
      </p:sp>
      <p:sp>
        <p:nvSpPr>
          <p:cNvPr id="13" name="">
            <a:extLst xmlns:a="http://schemas.openxmlformats.org/drawingml/2006/main">
              <a:ext uri="{FF2B5EF4-FFF2-40B4-BE49-F238E27FC236}">
                <a16:creationId xmlns:a16="http://schemas.microsoft.com/office/drawing/2014/main" id="{4CE7B096-83AE-4C2F-9F50-349AC475CF9E}"/>
              </a:ext>
            </a:extLst>
          </p:cNvPr>
          <p:cNvSpPr>
            <a:spLocks xmlns:a="http://schemas.openxmlformats.org/drawingml/2006/main" noGrp="1"/>
          </p:cNvSpPr>
          <p:nvPr/>
        </p:nvSpPr>
        <p:spPr>
          <a:xfrm xmlns:a="http://schemas.openxmlformats.org/drawingml/2006/main">
            <a:off x="723900" y="5181600"/>
            <a:ext cx="1752600" cy="400050"/>
          </a:xfrm>
          <a:prstGeom xmlns:a="http://schemas.openxmlformats.org/drawingml/2006/main" prst="rect">
            <a:avLst/>
          </a:prstGeom>
          <a:solidFill xmlns:a="http://schemas.openxmlformats.org/drawingml/2006/main">
            <a:srgbClr val="EEF8F1"/>
          </a:solidFill>
          <a:ln xmlns:a="http://schemas.openxmlformats.org/drawingml/2006/main" w="9525">
            <a:solidFill>
              <a:srgbClr val="DFE9E3"/>
            </a:solidFill>
            <a:prstDash val="solid"/>
          </a:ln>
        </p:spPr>
      </p:sp>
      <p:sp>
        <p:nvSpPr>
          <p:cNvPr id="14" name="">
            <a:extLst xmlns:a="http://schemas.openxmlformats.org/drawingml/2006/main">
              <a:ext uri="{FF2B5EF4-FFF2-40B4-BE49-F238E27FC236}">
                <a16:creationId xmlns:a16="http://schemas.microsoft.com/office/drawing/2014/main" id="{CC1A1209-761E-4E3E-9293-3527F081E98E}"/>
              </a:ext>
            </a:extLst>
          </p:cNvPr>
          <p:cNvSpPr>
            <a:spLocks xmlns:a="http://schemas.openxmlformats.org/drawingml/2006/main" noGrp="1"/>
          </p:cNvSpPr>
          <p:nvPr/>
        </p:nvSpPr>
        <p:spPr>
          <a:xfrm xmlns:a="http://schemas.openxmlformats.org/drawingml/2006/main">
            <a:off x="723900" y="5248275"/>
            <a:ext cx="1752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0F4D3B"/>
                </a:solidFill>
                <a:latin typeface="Hiragino Sans"/>
                <a:ea typeface="Hiragino Sans"/>
                <a:cs typeface="Hiragino Sans"/>
              </a:defRPr>
            </a:pPr>
            <a:r>
              <a:rPr sz="1125" b="1">
                <a:solidFill>
                  <a:srgbClr val="0F4D3B"/>
                </a:solidFill>
                <a:latin typeface="Hiragino Sans"/>
                <a:ea typeface="Hiragino Sans"/>
                <a:cs typeface="Hiragino Sans"/>
              </a:rPr>
              <a:t>仲間と続けやすい</a:t>
            </a:r>
          </a:p>
        </p:txBody>
      </p:sp>
      <p:sp>
        <p:nvSpPr>
          <p:cNvPr id="15" name="">
            <a:extLst xmlns:a="http://schemas.openxmlformats.org/drawingml/2006/main">
              <a:ext uri="{FF2B5EF4-FFF2-40B4-BE49-F238E27FC236}">
                <a16:creationId xmlns:a16="http://schemas.microsoft.com/office/drawing/2014/main" id="{1D78F8B7-D1D4-4062-AFBC-0EF87BF1E744}"/>
              </a:ext>
            </a:extLst>
          </p:cNvPr>
          <p:cNvSpPr>
            <a:spLocks xmlns:a="http://schemas.openxmlformats.org/drawingml/2006/main" noGrp="1"/>
          </p:cNvSpPr>
          <p:nvPr/>
        </p:nvSpPr>
        <p:spPr>
          <a:xfrm xmlns:a="http://schemas.openxmlformats.org/drawingml/2006/main">
            <a:off x="723900" y="5772150"/>
            <a:ext cx="2286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0F4D3B"/>
                </a:solidFill>
                <a:latin typeface="Hiragino Sans"/>
                <a:ea typeface="Hiragino Sans"/>
                <a:cs typeface="Hiragino Sans"/>
              </a:defRPr>
            </a:pPr>
            <a:r>
              <a:rPr sz="1125" b="0">
                <a:solidFill>
                  <a:srgbClr val="0F4D3B"/>
                </a:solidFill>
                <a:latin typeface="Hiragino Sans"/>
                <a:ea typeface="Hiragino Sans"/>
                <a:cs typeface="Hiragino Sans"/>
              </a:rPr>
              <a:t>紹介資料 / 2026</a:t>
            </a:r>
          </a:p>
        </p:txBody>
      </p:sp>
      <p:sp>
        <p:nvSpPr>
          <p:cNvPr id="16" name="">
            <a:extLst xmlns:a="http://schemas.openxmlformats.org/drawingml/2006/main">
              <a:ext uri="{FF2B5EF4-FFF2-40B4-BE49-F238E27FC236}">
                <a16:creationId xmlns:a16="http://schemas.microsoft.com/office/drawing/2014/main" id="{0A0FACF7-A9B5-47D7-B4D6-9060EB97B9E4}"/>
              </a:ext>
            </a:extLst>
          </p:cNvPr>
          <p:cNvSpPr>
            <a:spLocks xmlns:a="http://schemas.openxmlformats.org/drawingml/2006/main" noGrp="1"/>
          </p:cNvSpPr>
          <p:nvPr/>
        </p:nvSpPr>
        <p:spPr>
          <a:xfrm xmlns:a="http://schemas.openxmlformats.org/drawingml/2006/main">
            <a:off x="685800" y="6419850"/>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789087"/>
                </a:solidFill>
                <a:latin typeface="Hiragino Sans"/>
                <a:ea typeface="Hiragino Sans"/>
                <a:cs typeface="Hiragino Sans"/>
              </a:defRPr>
            </a:pPr>
            <a:r>
              <a:rPr sz="825" b="0">
                <a:solidFill>
                  <a:srgbClr val="789087"/>
                </a:solidFill>
                <a:latin typeface="Hiragino Sans"/>
                <a:ea typeface="Hiragino Sans"/>
                <a:cs typeface="Hiragino Sans"/>
              </a:rPr>
              <a:t>GrowLink introduction</a:t>
            </a:r>
          </a:p>
        </p:txBody>
      </p:sp>
      <p:sp>
        <p:nvSpPr>
          <p:cNvPr id="17" name="">
            <a:extLst xmlns:a="http://schemas.openxmlformats.org/drawingml/2006/main">
              <a:ext uri="{FF2B5EF4-FFF2-40B4-BE49-F238E27FC236}">
                <a16:creationId xmlns:a16="http://schemas.microsoft.com/office/drawing/2014/main" id="{DE3CFC52-7486-4722-9210-C742F7113091}"/>
              </a:ext>
            </a:extLst>
          </p:cNvPr>
          <p:cNvSpPr>
            <a:spLocks xmlns:a="http://schemas.openxmlformats.org/drawingml/2006/main" noGrp="1"/>
          </p:cNvSpPr>
          <p:nvPr/>
        </p:nvSpPr>
        <p:spPr>
          <a:xfrm xmlns:a="http://schemas.openxmlformats.org/drawingml/2006/main">
            <a:off x="4610100" y="64008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4D3B"/>
                </a:solidFill>
                <a:latin typeface="Hiragino Sans"/>
                <a:ea typeface="Hiragino Sans"/>
                <a:cs typeface="Hiragino Sans"/>
              </a:defRPr>
            </a:pPr>
            <a:r>
              <a:rPr sz="975" b="1">
                <a:solidFill>
                  <a:srgbClr val="0F4D3B"/>
                </a:solidFill>
                <a:latin typeface="Hiragino Sans"/>
                <a:ea typeface="Hiragino Sans"/>
                <a:cs typeface="Hiragino Sans"/>
              </a:rPr>
              <a:t>01</a:t>
            </a:r>
          </a:p>
        </p:txBody>
      </p:sp>
    </p:spTree>
    <p:extLst>
      <p:ext uri="{BB962C8B-B14F-4D97-AF65-F5344CB8AC3E}">
        <p14:creationId xmlns:p14="http://schemas.microsoft.com/office/powerpoint/2010/main" val="4857570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6E8B5B-7CA8-4B06-979F-B817BC97D1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CF7"/>
          </a:solidFill>
          <a:ln xmlns:a="http://schemas.openxmlformats.org/drawingml/2006/main" w="0">
            <a:solidFill>
              <a:srgbClr val="FBFCF7"/>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83e5647330b499a"/>
          <a:stretch xmlns:a="http://schemas.openxmlformats.org/drawingml/2006/main"/>
        </p:blipFill>
        <p:spPr>
          <a:xfrm xmlns:a="http://schemas.openxmlformats.org/drawingml/2006/main">
            <a:off x="685800" y="459030"/>
            <a:ext cx="1600200" cy="377340"/>
          </a:xfrm>
          <a:prstGeom xmlns:a="http://schemas.openxmlformats.org/drawingml/2006/main" prst="rect">
            <a:avLst/>
          </a:prstGeom>
        </p:spPr>
      </p:pic>
      <p:sp>
        <p:nvSpPr>
          <p:cNvPr id="3" name="kicker-marker">
            <a:extLst xmlns:a="http://schemas.openxmlformats.org/drawingml/2006/main">
              <a:ext uri="{FF2B5EF4-FFF2-40B4-BE49-F238E27FC236}">
                <a16:creationId xmlns:a16="http://schemas.microsoft.com/office/drawing/2014/main" id="{D66513AE-6F9E-4AAB-9B4D-4EB8D7C23BDF}"/>
              </a:ext>
            </a:extLst>
          </p:cNvPr>
          <p:cNvSpPr>
            <a:spLocks xmlns:a="http://schemas.openxmlformats.org/drawingml/2006/main" noGrp="1"/>
          </p:cNvSpPr>
          <p:nvPr/>
        </p:nvSpPr>
        <p:spPr>
          <a:xfrm xmlns:a="http://schemas.openxmlformats.org/drawingml/2006/main">
            <a:off x="685800" y="1276350"/>
            <a:ext cx="247650" cy="38100"/>
          </a:xfrm>
          <a:prstGeom xmlns:a="http://schemas.openxmlformats.org/drawingml/2006/main" prst="rect">
            <a:avLst/>
          </a:prstGeom>
          <a:solidFill xmlns:a="http://schemas.openxmlformats.org/drawingml/2006/main">
            <a:srgbClr val="0F4D3B"/>
          </a:solidFill>
          <a:ln xmlns:a="http://schemas.openxmlformats.org/drawingml/2006/main" w="0">
            <a:solidFill>
              <a:srgbClr val="0F4D3B"/>
            </a:solidFill>
            <a:prstDash val="solid"/>
          </a:ln>
        </p:spPr>
      </p:sp>
      <p:sp>
        <p:nvSpPr>
          <p:cNvPr id="4" name="kicker-label">
            <a:extLst xmlns:a="http://schemas.openxmlformats.org/drawingml/2006/main">
              <a:ext uri="{FF2B5EF4-FFF2-40B4-BE49-F238E27FC236}">
                <a16:creationId xmlns:a16="http://schemas.microsoft.com/office/drawing/2014/main" id="{2CE31A56-BEBA-496E-9AB4-13E245903AA1}"/>
              </a:ext>
            </a:extLst>
          </p:cNvPr>
          <p:cNvSpPr>
            <a:spLocks xmlns:a="http://schemas.openxmlformats.org/drawingml/2006/main" noGrp="1"/>
          </p:cNvSpPr>
          <p:nvPr/>
        </p:nvSpPr>
        <p:spPr>
          <a:xfrm xmlns:a="http://schemas.openxmlformats.org/drawingml/2006/main">
            <a:off x="1047750" y="12001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4D3B"/>
                </a:solidFill>
                <a:latin typeface="Hiragino Sans"/>
                <a:ea typeface="Hiragino Sans"/>
                <a:cs typeface="Hiragino Sans"/>
              </a:defRPr>
            </a:pPr>
            <a:r>
              <a:rPr sz="900" b="1">
                <a:solidFill>
                  <a:srgbClr val="0F4D3B"/>
                </a:solidFill>
                <a:latin typeface="Hiragino Sans"/>
                <a:ea typeface="Hiragino Sans"/>
                <a:cs typeface="Hiragino Sans"/>
              </a:rPr>
              <a:t>WHY IT MATTERS</a:t>
            </a:r>
          </a:p>
        </p:txBody>
      </p:sp>
      <p:sp>
        <p:nvSpPr>
          <p:cNvPr id="5" name="">
            <a:extLst xmlns:a="http://schemas.openxmlformats.org/drawingml/2006/main">
              <a:ext uri="{FF2B5EF4-FFF2-40B4-BE49-F238E27FC236}">
                <a16:creationId xmlns:a16="http://schemas.microsoft.com/office/drawing/2014/main" id="{F2A7F0C6-D045-492C-A43B-1F62081E5E3A}"/>
              </a:ext>
            </a:extLst>
          </p:cNvPr>
          <p:cNvSpPr>
            <a:spLocks xmlns:a="http://schemas.openxmlformats.org/drawingml/2006/main" noGrp="1"/>
          </p:cNvSpPr>
          <p:nvPr/>
        </p:nvSpPr>
        <p:spPr>
          <a:xfrm xmlns:a="http://schemas.openxmlformats.org/drawingml/2006/main">
            <a:off x="685800" y="1562100"/>
            <a:ext cx="49530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3251F"/>
                </a:solidFill>
                <a:latin typeface="Hiragino Sans"/>
                <a:ea typeface="Hiragino Sans"/>
                <a:cs typeface="Hiragino Sans"/>
              </a:defRPr>
            </a:pPr>
            <a:r>
              <a:rPr sz="3300" b="1">
                <a:solidFill>
                  <a:srgbClr val="13251F"/>
                </a:solidFill>
                <a:latin typeface="Hiragino Sans"/>
                <a:ea typeface="Hiragino Sans"/>
                <a:cs typeface="Hiragino Sans"/>
              </a:rPr>
              <a:t>“何か始めたい”を、</a:t>
            </a:r>
          </a:p>
          <a:p xmlns:a="http://schemas.openxmlformats.org/drawingml/2006/main">
            <a:pPr algn="l">
              <a:defRPr sz="3300" b="1">
                <a:solidFill>
                  <a:srgbClr val="13251F"/>
                </a:solidFill>
                <a:latin typeface="Hiragino Sans"/>
                <a:ea typeface="Hiragino Sans"/>
                <a:cs typeface="Hiragino Sans"/>
              </a:defRPr>
            </a:pPr>
            <a:r>
              <a:rPr sz="3300" b="1">
                <a:solidFill>
                  <a:srgbClr val="13251F"/>
                </a:solidFill>
                <a:latin typeface="Hiragino Sans"/>
                <a:ea typeface="Hiragino Sans"/>
                <a:cs typeface="Hiragino Sans"/>
              </a:rPr>
              <a:t>置き去りにしない。</a:t>
            </a:r>
          </a:p>
        </p:txBody>
      </p:sp>
      <p:sp>
        <p:nvSpPr>
          <p:cNvPr id="6" name="">
            <a:extLst xmlns:a="http://schemas.openxmlformats.org/drawingml/2006/main">
              <a:ext uri="{FF2B5EF4-FFF2-40B4-BE49-F238E27FC236}">
                <a16:creationId xmlns:a16="http://schemas.microsoft.com/office/drawing/2014/main" id="{8979D7C8-7C84-440B-A9ED-03293C877A46}"/>
              </a:ext>
            </a:extLst>
          </p:cNvPr>
          <p:cNvSpPr>
            <a:spLocks xmlns:a="http://schemas.openxmlformats.org/drawingml/2006/main" noGrp="1"/>
          </p:cNvSpPr>
          <p:nvPr/>
        </p:nvSpPr>
        <p:spPr>
          <a:xfrm xmlns:a="http://schemas.openxmlformats.org/drawingml/2006/main">
            <a:off x="723900" y="2905125"/>
            <a:ext cx="4972050" cy="1200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E6E68"/>
                </a:solidFill>
                <a:latin typeface="Hiragino Sans"/>
                <a:ea typeface="Hiragino Sans"/>
                <a:cs typeface="Hiragino Sans"/>
              </a:defRPr>
            </a:pPr>
            <a:r>
              <a:rPr sz="1500" b="0">
                <a:solidFill>
                  <a:srgbClr val="5E6E68"/>
                </a:solidFill>
                <a:latin typeface="Hiragino Sans"/>
                <a:ea typeface="Hiragino Sans"/>
                <a:cs typeface="Hiragino Sans"/>
              </a:rPr>
              <a:t>家族の時間を大切にしながら、自分の可能性も広げたい。</a:t>
            </a:r>
          </a:p>
          <a:p xmlns:a="http://schemas.openxmlformats.org/drawingml/2006/main">
            <a:pPr algn="l">
              <a:defRPr sz="1500" b="0">
                <a:solidFill>
                  <a:srgbClr val="5E6E68"/>
                </a:solidFill>
                <a:latin typeface="Hiragino Sans"/>
                <a:ea typeface="Hiragino Sans"/>
                <a:cs typeface="Hiragino Sans"/>
              </a:defRPr>
            </a:pPr>
            <a:r>
              <a:rPr sz="1500" b="0">
                <a:solidFill>
                  <a:srgbClr val="5E6E68"/>
                </a:solidFill>
                <a:latin typeface="Hiragino Sans"/>
                <a:ea typeface="Hiragino Sans"/>
                <a:cs typeface="Hiragino Sans"/>
              </a:rPr>
              <a:t>でも、何から学べばいいのか、どこまでできるのか、不安になる。GrowLinkはその迷いを小さな行動に変える場所です。</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eeba36d5a924b6e"/>
          <a:srcRect xmlns:a="http://schemas.openxmlformats.org/drawingml/2006/main" l="71" t="0" r="71" b="0"/>
          <a:stretch xmlns:a="http://schemas.openxmlformats.org/drawingml/2006/main">
            <a:fillRect l="0" t="0" r="0" b="0"/>
          </a:stretch>
        </p:blipFill>
        <p:spPr>
          <a:xfrm xmlns:a="http://schemas.openxmlformats.org/drawingml/2006/main">
            <a:off x="6572250" y="666750"/>
            <a:ext cx="4438650" cy="3333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AB738B7-6E39-4565-A34C-749011E23407}"/>
              </a:ext>
            </a:extLst>
          </p:cNvPr>
          <p:cNvSpPr>
            <a:spLocks xmlns:a="http://schemas.openxmlformats.org/drawingml/2006/main" noGrp="1"/>
          </p:cNvSpPr>
          <p:nvPr/>
        </p:nvSpPr>
        <p:spPr>
          <a:xfrm xmlns:a="http://schemas.openxmlformats.org/drawingml/2006/main">
            <a:off x="6572250" y="4476750"/>
            <a:ext cx="44386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FE9E3"/>
            </a:solidFill>
            <a:prstDash val="solid"/>
          </a:ln>
        </p:spPr>
      </p:sp>
      <p:sp>
        <p:nvSpPr>
          <p:cNvPr id="9" name="">
            <a:extLst xmlns:a="http://schemas.openxmlformats.org/drawingml/2006/main">
              <a:ext uri="{FF2B5EF4-FFF2-40B4-BE49-F238E27FC236}">
                <a16:creationId xmlns:a16="http://schemas.microsoft.com/office/drawing/2014/main" id="{AC1EF03E-4BFF-40A3-BDF8-0A8638191ED9}"/>
              </a:ext>
            </a:extLst>
          </p:cNvPr>
          <p:cNvSpPr>
            <a:spLocks xmlns:a="http://schemas.openxmlformats.org/drawingml/2006/main" noGrp="1"/>
          </p:cNvSpPr>
          <p:nvPr/>
        </p:nvSpPr>
        <p:spPr>
          <a:xfrm xmlns:a="http://schemas.openxmlformats.org/drawingml/2006/main">
            <a:off x="6781800" y="4591050"/>
            <a:ext cx="609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4D3B"/>
                </a:solidFill>
                <a:latin typeface="Hiragino Sans"/>
                <a:ea typeface="Hiragino Sans"/>
                <a:cs typeface="Hiragino Sans"/>
              </a:defRPr>
            </a:pPr>
            <a:r>
              <a:rPr sz="1125" b="1">
                <a:solidFill>
                  <a:srgbClr val="0F4D3B"/>
                </a:solidFill>
                <a:latin typeface="Hiragino Sans"/>
                <a:ea typeface="Hiragino Sans"/>
                <a:cs typeface="Hiragino Sans"/>
              </a:rPr>
              <a:t>時間</a:t>
            </a:r>
          </a:p>
        </p:txBody>
      </p:sp>
      <p:sp>
        <p:nvSpPr>
          <p:cNvPr id="10" name="">
            <a:extLst xmlns:a="http://schemas.openxmlformats.org/drawingml/2006/main">
              <a:ext uri="{FF2B5EF4-FFF2-40B4-BE49-F238E27FC236}">
                <a16:creationId xmlns:a16="http://schemas.microsoft.com/office/drawing/2014/main" id="{F283AEE0-8F9D-442A-9A20-D51128CA40C7}"/>
              </a:ext>
            </a:extLst>
          </p:cNvPr>
          <p:cNvSpPr>
            <a:spLocks xmlns:a="http://schemas.openxmlformats.org/drawingml/2006/main" noGrp="1"/>
          </p:cNvSpPr>
          <p:nvPr/>
        </p:nvSpPr>
        <p:spPr>
          <a:xfrm xmlns:a="http://schemas.openxmlformats.org/drawingml/2006/main">
            <a:off x="7524750" y="459105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3251F"/>
                </a:solidFill>
                <a:latin typeface="Hiragino Sans"/>
                <a:ea typeface="Hiragino Sans"/>
                <a:cs typeface="Hiragino Sans"/>
              </a:defRPr>
            </a:pPr>
            <a:r>
              <a:rPr sz="1125" b="0">
                <a:solidFill>
                  <a:srgbClr val="13251F"/>
                </a:solidFill>
                <a:latin typeface="Hiragino Sans"/>
                <a:ea typeface="Hiragino Sans"/>
                <a:cs typeface="Hiragino Sans"/>
              </a:rPr>
              <a:t>まとまった学習時間が取りにくい</a:t>
            </a:r>
          </a:p>
        </p:txBody>
      </p:sp>
      <p:sp>
        <p:nvSpPr>
          <p:cNvPr id="11" name="">
            <a:extLst xmlns:a="http://schemas.openxmlformats.org/drawingml/2006/main">
              <a:ext uri="{FF2B5EF4-FFF2-40B4-BE49-F238E27FC236}">
                <a16:creationId xmlns:a16="http://schemas.microsoft.com/office/drawing/2014/main" id="{BEDC1B4A-0784-4B76-A2AC-83195FEE1B7A}"/>
              </a:ext>
            </a:extLst>
          </p:cNvPr>
          <p:cNvSpPr>
            <a:spLocks xmlns:a="http://schemas.openxmlformats.org/drawingml/2006/main" noGrp="1"/>
          </p:cNvSpPr>
          <p:nvPr/>
        </p:nvSpPr>
        <p:spPr>
          <a:xfrm xmlns:a="http://schemas.openxmlformats.org/drawingml/2006/main">
            <a:off x="6572250" y="5010150"/>
            <a:ext cx="4438650" cy="457200"/>
          </a:xfrm>
          <a:prstGeom xmlns:a="http://schemas.openxmlformats.org/drawingml/2006/main" prst="rect">
            <a:avLst/>
          </a:prstGeom>
          <a:solidFill xmlns:a="http://schemas.openxmlformats.org/drawingml/2006/main">
            <a:srgbClr val="EEF8F1"/>
          </a:solidFill>
          <a:ln xmlns:a="http://schemas.openxmlformats.org/drawingml/2006/main" w="9525">
            <a:solidFill>
              <a:srgbClr val="DFE9E3"/>
            </a:solidFill>
            <a:prstDash val="solid"/>
          </a:ln>
        </p:spPr>
      </p:sp>
      <p:sp>
        <p:nvSpPr>
          <p:cNvPr id="12" name="">
            <a:extLst xmlns:a="http://schemas.openxmlformats.org/drawingml/2006/main">
              <a:ext uri="{FF2B5EF4-FFF2-40B4-BE49-F238E27FC236}">
                <a16:creationId xmlns:a16="http://schemas.microsoft.com/office/drawing/2014/main" id="{D5B87368-6A78-451B-9CF9-9E746D64A8CC}"/>
              </a:ext>
            </a:extLst>
          </p:cNvPr>
          <p:cNvSpPr>
            <a:spLocks xmlns:a="http://schemas.openxmlformats.org/drawingml/2006/main" noGrp="1"/>
          </p:cNvSpPr>
          <p:nvPr/>
        </p:nvSpPr>
        <p:spPr>
          <a:xfrm xmlns:a="http://schemas.openxmlformats.org/drawingml/2006/main">
            <a:off x="6781800" y="5124450"/>
            <a:ext cx="609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4D3B"/>
                </a:solidFill>
                <a:latin typeface="Hiragino Sans"/>
                <a:ea typeface="Hiragino Sans"/>
                <a:cs typeface="Hiragino Sans"/>
              </a:defRPr>
            </a:pPr>
            <a:r>
              <a:rPr sz="1125" b="1">
                <a:solidFill>
                  <a:srgbClr val="0F4D3B"/>
                </a:solidFill>
                <a:latin typeface="Hiragino Sans"/>
                <a:ea typeface="Hiragino Sans"/>
                <a:cs typeface="Hiragino Sans"/>
              </a:rPr>
              <a:t>不安</a:t>
            </a:r>
          </a:p>
        </p:txBody>
      </p:sp>
      <p:sp>
        <p:nvSpPr>
          <p:cNvPr id="13" name="">
            <a:extLst xmlns:a="http://schemas.openxmlformats.org/drawingml/2006/main">
              <a:ext uri="{FF2B5EF4-FFF2-40B4-BE49-F238E27FC236}">
                <a16:creationId xmlns:a16="http://schemas.microsoft.com/office/drawing/2014/main" id="{E075B5FA-1CFA-40A4-8E64-9017B4FCAF3E}"/>
              </a:ext>
            </a:extLst>
          </p:cNvPr>
          <p:cNvSpPr>
            <a:spLocks xmlns:a="http://schemas.openxmlformats.org/drawingml/2006/main" noGrp="1"/>
          </p:cNvSpPr>
          <p:nvPr/>
        </p:nvSpPr>
        <p:spPr>
          <a:xfrm xmlns:a="http://schemas.openxmlformats.org/drawingml/2006/main">
            <a:off x="7524750" y="512445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3251F"/>
                </a:solidFill>
                <a:latin typeface="Hiragino Sans"/>
                <a:ea typeface="Hiragino Sans"/>
                <a:cs typeface="Hiragino Sans"/>
              </a:defRPr>
            </a:pPr>
            <a:r>
              <a:rPr sz="1125" b="0">
                <a:solidFill>
                  <a:srgbClr val="13251F"/>
                </a:solidFill>
                <a:latin typeface="Hiragino Sans"/>
                <a:ea typeface="Hiragino Sans"/>
                <a:cs typeface="Hiragino Sans"/>
              </a:rPr>
              <a:t>未経験で、最初の選択がわからない</a:t>
            </a:r>
          </a:p>
        </p:txBody>
      </p:sp>
      <p:sp>
        <p:nvSpPr>
          <p:cNvPr id="14" name="">
            <a:extLst xmlns:a="http://schemas.openxmlformats.org/drawingml/2006/main">
              <a:ext uri="{FF2B5EF4-FFF2-40B4-BE49-F238E27FC236}">
                <a16:creationId xmlns:a16="http://schemas.microsoft.com/office/drawing/2014/main" id="{28171A09-4C9A-4DC6-A73E-37E6E962B9F2}"/>
              </a:ext>
            </a:extLst>
          </p:cNvPr>
          <p:cNvSpPr>
            <a:spLocks xmlns:a="http://schemas.openxmlformats.org/drawingml/2006/main" noGrp="1"/>
          </p:cNvSpPr>
          <p:nvPr/>
        </p:nvSpPr>
        <p:spPr>
          <a:xfrm xmlns:a="http://schemas.openxmlformats.org/drawingml/2006/main">
            <a:off x="6572250" y="5543550"/>
            <a:ext cx="44386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FE9E3"/>
            </a:solidFill>
            <a:prstDash val="solid"/>
          </a:ln>
        </p:spPr>
      </p:sp>
      <p:sp>
        <p:nvSpPr>
          <p:cNvPr id="15" name="">
            <a:extLst xmlns:a="http://schemas.openxmlformats.org/drawingml/2006/main">
              <a:ext uri="{FF2B5EF4-FFF2-40B4-BE49-F238E27FC236}">
                <a16:creationId xmlns:a16="http://schemas.microsoft.com/office/drawing/2014/main" id="{28CB7A86-3FD1-4872-9A36-C4C0D3B7BE1E}"/>
              </a:ext>
            </a:extLst>
          </p:cNvPr>
          <p:cNvSpPr>
            <a:spLocks xmlns:a="http://schemas.openxmlformats.org/drawingml/2006/main" noGrp="1"/>
          </p:cNvSpPr>
          <p:nvPr/>
        </p:nvSpPr>
        <p:spPr>
          <a:xfrm xmlns:a="http://schemas.openxmlformats.org/drawingml/2006/main">
            <a:off x="6781800" y="5657850"/>
            <a:ext cx="609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4D3B"/>
                </a:solidFill>
                <a:latin typeface="Hiragino Sans"/>
                <a:ea typeface="Hiragino Sans"/>
                <a:cs typeface="Hiragino Sans"/>
              </a:defRPr>
            </a:pPr>
            <a:r>
              <a:rPr sz="1125" b="1">
                <a:solidFill>
                  <a:srgbClr val="0F4D3B"/>
                </a:solidFill>
                <a:latin typeface="Hiragino Sans"/>
                <a:ea typeface="Hiragino Sans"/>
                <a:cs typeface="Hiragino Sans"/>
              </a:rPr>
              <a:t>孤独</a:t>
            </a:r>
          </a:p>
        </p:txBody>
      </p:sp>
      <p:sp>
        <p:nvSpPr>
          <p:cNvPr id="16" name="">
            <a:extLst xmlns:a="http://schemas.openxmlformats.org/drawingml/2006/main">
              <a:ext uri="{FF2B5EF4-FFF2-40B4-BE49-F238E27FC236}">
                <a16:creationId xmlns:a16="http://schemas.microsoft.com/office/drawing/2014/main" id="{118790D8-30DD-4919-A5A1-359DCD559BD9}"/>
              </a:ext>
            </a:extLst>
          </p:cNvPr>
          <p:cNvSpPr>
            <a:spLocks xmlns:a="http://schemas.openxmlformats.org/drawingml/2006/main" noGrp="1"/>
          </p:cNvSpPr>
          <p:nvPr/>
        </p:nvSpPr>
        <p:spPr>
          <a:xfrm xmlns:a="http://schemas.openxmlformats.org/drawingml/2006/main">
            <a:off x="7524750" y="565785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3251F"/>
                </a:solidFill>
                <a:latin typeface="Hiragino Sans"/>
                <a:ea typeface="Hiragino Sans"/>
                <a:cs typeface="Hiragino Sans"/>
              </a:defRPr>
            </a:pPr>
            <a:r>
              <a:rPr sz="1125" b="0">
                <a:solidFill>
                  <a:srgbClr val="13251F"/>
                </a:solidFill>
                <a:latin typeface="Hiragino Sans"/>
                <a:ea typeface="Hiragino Sans"/>
                <a:cs typeface="Hiragino Sans"/>
              </a:rPr>
              <a:t>ひとりだと続ける理由を失いやすい</a:t>
            </a:r>
          </a:p>
        </p:txBody>
      </p:sp>
      <p:sp>
        <p:nvSpPr>
          <p:cNvPr id="17" name="">
            <a:extLst xmlns:a="http://schemas.openxmlformats.org/drawingml/2006/main">
              <a:ext uri="{FF2B5EF4-FFF2-40B4-BE49-F238E27FC236}">
                <a16:creationId xmlns:a16="http://schemas.microsoft.com/office/drawing/2014/main" id="{36F1C6AB-8CB1-4854-88A0-6481D28AFD24}"/>
              </a:ext>
            </a:extLst>
          </p:cNvPr>
          <p:cNvSpPr>
            <a:spLocks xmlns:a="http://schemas.openxmlformats.org/drawingml/2006/main" noGrp="1"/>
          </p:cNvSpPr>
          <p:nvPr/>
        </p:nvSpPr>
        <p:spPr>
          <a:xfrm xmlns:a="http://schemas.openxmlformats.org/drawingml/2006/main">
            <a:off x="685800" y="6419850"/>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789087"/>
                </a:solidFill>
                <a:latin typeface="Hiragino Sans"/>
                <a:ea typeface="Hiragino Sans"/>
                <a:cs typeface="Hiragino Sans"/>
              </a:defRPr>
            </a:pPr>
            <a:r>
              <a:rPr sz="825" b="0">
                <a:solidFill>
                  <a:srgbClr val="789087"/>
                </a:solidFill>
                <a:latin typeface="Hiragino Sans"/>
                <a:ea typeface="Hiragino Sans"/>
                <a:cs typeface="Hiragino Sans"/>
              </a:rPr>
              <a:t>GrowLink introduction</a:t>
            </a:r>
          </a:p>
        </p:txBody>
      </p:sp>
      <p:sp>
        <p:nvSpPr>
          <p:cNvPr id="18" name="">
            <a:extLst xmlns:a="http://schemas.openxmlformats.org/drawingml/2006/main">
              <a:ext uri="{FF2B5EF4-FFF2-40B4-BE49-F238E27FC236}">
                <a16:creationId xmlns:a16="http://schemas.microsoft.com/office/drawing/2014/main" id="{EF687D06-9779-4927-ADC0-438FE06C9D18}"/>
              </a:ext>
            </a:extLst>
          </p:cNvPr>
          <p:cNvSpPr>
            <a:spLocks xmlns:a="http://schemas.openxmlformats.org/drawingml/2006/main" noGrp="1"/>
          </p:cNvSpPr>
          <p:nvPr/>
        </p:nvSpPr>
        <p:spPr>
          <a:xfrm xmlns:a="http://schemas.openxmlformats.org/drawingml/2006/main">
            <a:off x="10820400" y="6400800"/>
            <a:ext cx="68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4D3B"/>
                </a:solidFill>
                <a:latin typeface="Hiragino Sans"/>
                <a:ea typeface="Hiragino Sans"/>
                <a:cs typeface="Hiragino Sans"/>
              </a:defRPr>
            </a:pPr>
            <a:r>
              <a:rPr sz="975" b="1">
                <a:solidFill>
                  <a:srgbClr val="0F4D3B"/>
                </a:solidFill>
                <a:latin typeface="Hiragino Sans"/>
                <a:ea typeface="Hiragino Sans"/>
                <a:cs typeface="Hiragino Sans"/>
              </a:rPr>
              <a:t>02</a:t>
            </a:r>
          </a:p>
        </p:txBody>
      </p:sp>
    </p:spTree>
    <p:extLst>
      <p:ext uri="{BB962C8B-B14F-4D97-AF65-F5344CB8AC3E}">
        <p14:creationId xmlns:p14="http://schemas.microsoft.com/office/powerpoint/2010/main" val="202800583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63617E6-958A-4F26-8EF9-0B7DEF6891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EF8F1"/>
          </a:solidFill>
          <a:ln xmlns:a="http://schemas.openxmlformats.org/drawingml/2006/main" w="0">
            <a:solidFill>
              <a:srgbClr val="EEF8F1"/>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647bff24f174e7c"/>
          <a:stretch xmlns:a="http://schemas.openxmlformats.org/drawingml/2006/main"/>
        </p:blipFill>
        <p:spPr>
          <a:xfrm xmlns:a="http://schemas.openxmlformats.org/drawingml/2006/main">
            <a:off x="685800" y="459030"/>
            <a:ext cx="1600200" cy="377340"/>
          </a:xfrm>
          <a:prstGeom xmlns:a="http://schemas.openxmlformats.org/drawingml/2006/main" prst="rect">
            <a:avLst/>
          </a:prstGeom>
        </p:spPr>
      </p:pic>
      <p:sp>
        <p:nvSpPr>
          <p:cNvPr id="3" name="kicker-marker">
            <a:extLst xmlns:a="http://schemas.openxmlformats.org/drawingml/2006/main">
              <a:ext uri="{FF2B5EF4-FFF2-40B4-BE49-F238E27FC236}">
                <a16:creationId xmlns:a16="http://schemas.microsoft.com/office/drawing/2014/main" id="{70E62B7F-2CF9-475B-8A13-03C9F215E189}"/>
              </a:ext>
            </a:extLst>
          </p:cNvPr>
          <p:cNvSpPr>
            <a:spLocks xmlns:a="http://schemas.openxmlformats.org/drawingml/2006/main" noGrp="1"/>
          </p:cNvSpPr>
          <p:nvPr/>
        </p:nvSpPr>
        <p:spPr>
          <a:xfrm xmlns:a="http://schemas.openxmlformats.org/drawingml/2006/main">
            <a:off x="685800" y="1257300"/>
            <a:ext cx="247650" cy="38100"/>
          </a:xfrm>
          <a:prstGeom xmlns:a="http://schemas.openxmlformats.org/drawingml/2006/main" prst="rect">
            <a:avLst/>
          </a:prstGeom>
          <a:solidFill xmlns:a="http://schemas.openxmlformats.org/drawingml/2006/main">
            <a:srgbClr val="0F4D3B"/>
          </a:solidFill>
          <a:ln xmlns:a="http://schemas.openxmlformats.org/drawingml/2006/main" w="0">
            <a:solidFill>
              <a:srgbClr val="0F4D3B"/>
            </a:solidFill>
            <a:prstDash val="solid"/>
          </a:ln>
        </p:spPr>
      </p:sp>
      <p:sp>
        <p:nvSpPr>
          <p:cNvPr id="4" name="kicker-label">
            <a:extLst xmlns:a="http://schemas.openxmlformats.org/drawingml/2006/main">
              <a:ext uri="{FF2B5EF4-FFF2-40B4-BE49-F238E27FC236}">
                <a16:creationId xmlns:a16="http://schemas.microsoft.com/office/drawing/2014/main" id="{78FB652F-0605-429E-8A74-D7A3326A7261}"/>
              </a:ext>
            </a:extLst>
          </p:cNvPr>
          <p:cNvSpPr>
            <a:spLocks xmlns:a="http://schemas.openxmlformats.org/drawingml/2006/main" noGrp="1"/>
          </p:cNvSpPr>
          <p:nvPr/>
        </p:nvSpPr>
        <p:spPr>
          <a:xfrm xmlns:a="http://schemas.openxmlformats.org/drawingml/2006/main">
            <a:off x="1047750" y="118110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4D3B"/>
                </a:solidFill>
                <a:latin typeface="Hiragino Sans"/>
                <a:ea typeface="Hiragino Sans"/>
                <a:cs typeface="Hiragino Sans"/>
              </a:defRPr>
            </a:pPr>
            <a:r>
              <a:rPr sz="900" b="1">
                <a:solidFill>
                  <a:srgbClr val="0F4D3B"/>
                </a:solidFill>
                <a:latin typeface="Hiragino Sans"/>
                <a:ea typeface="Hiragino Sans"/>
                <a:cs typeface="Hiragino Sans"/>
              </a:rPr>
              <a:t>VALUE MODEL</a:t>
            </a:r>
          </a:p>
        </p:txBody>
      </p:sp>
      <p:sp>
        <p:nvSpPr>
          <p:cNvPr id="5" name="">
            <a:extLst xmlns:a="http://schemas.openxmlformats.org/drawingml/2006/main">
              <a:ext uri="{FF2B5EF4-FFF2-40B4-BE49-F238E27FC236}">
                <a16:creationId xmlns:a16="http://schemas.microsoft.com/office/drawing/2014/main" id="{905E561A-55D8-47D6-95C7-D9051BD5E422}"/>
              </a:ext>
            </a:extLst>
          </p:cNvPr>
          <p:cNvSpPr>
            <a:spLocks xmlns:a="http://schemas.openxmlformats.org/drawingml/2006/main" noGrp="1"/>
          </p:cNvSpPr>
          <p:nvPr/>
        </p:nvSpPr>
        <p:spPr>
          <a:xfrm xmlns:a="http://schemas.openxmlformats.org/drawingml/2006/main">
            <a:off x="685800" y="1543050"/>
            <a:ext cx="619125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13251F"/>
                </a:solidFill>
                <a:latin typeface="Hiragino Sans"/>
                <a:ea typeface="Hiragino Sans"/>
                <a:cs typeface="Hiragino Sans"/>
              </a:defRPr>
            </a:pPr>
            <a:r>
              <a:rPr sz="3150" b="1">
                <a:solidFill>
                  <a:srgbClr val="13251F"/>
                </a:solidFill>
                <a:latin typeface="Hiragino Sans"/>
                <a:ea typeface="Hiragino Sans"/>
                <a:cs typeface="Hiragino Sans"/>
              </a:rPr>
              <a:t>スキルの前に、</a:t>
            </a:r>
          </a:p>
          <a:p xmlns:a="http://schemas.openxmlformats.org/drawingml/2006/main">
            <a:pPr algn="l">
              <a:defRPr sz="3150" b="1">
                <a:solidFill>
                  <a:srgbClr val="13251F"/>
                </a:solidFill>
                <a:latin typeface="Hiragino Sans"/>
                <a:ea typeface="Hiragino Sans"/>
                <a:cs typeface="Hiragino Sans"/>
              </a:defRPr>
            </a:pPr>
            <a:r>
              <a:rPr sz="3150" b="1">
                <a:solidFill>
                  <a:srgbClr val="13251F"/>
                </a:solidFill>
                <a:latin typeface="Hiragino Sans"/>
                <a:ea typeface="Hiragino Sans"/>
                <a:cs typeface="Hiragino Sans"/>
              </a:rPr>
              <a:t>自分を信じる感覚を育てる。</a:t>
            </a:r>
          </a:p>
        </p:txBody>
      </p:sp>
      <p:sp>
        <p:nvSpPr>
          <p:cNvPr id="6" name="">
            <a:extLst xmlns:a="http://schemas.openxmlformats.org/drawingml/2006/main">
              <a:ext uri="{FF2B5EF4-FFF2-40B4-BE49-F238E27FC236}">
                <a16:creationId xmlns:a16="http://schemas.microsoft.com/office/drawing/2014/main" id="{1E70759B-4ADB-4AAB-B1BF-E0A08506E015}"/>
              </a:ext>
            </a:extLst>
          </p:cNvPr>
          <p:cNvSpPr>
            <a:spLocks xmlns:a="http://schemas.openxmlformats.org/drawingml/2006/main" noGrp="1"/>
          </p:cNvSpPr>
          <p:nvPr/>
        </p:nvSpPr>
        <p:spPr>
          <a:xfrm xmlns:a="http://schemas.openxmlformats.org/drawingml/2006/main">
            <a:off x="723900" y="2857500"/>
            <a:ext cx="56197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5E6E68"/>
                </a:solidFill>
                <a:latin typeface="Hiragino Sans"/>
                <a:ea typeface="Hiragino Sans"/>
                <a:cs typeface="Hiragino Sans"/>
              </a:defRPr>
            </a:pPr>
            <a:r>
              <a:rPr sz="1425" b="0">
                <a:solidFill>
                  <a:srgbClr val="5E6E68"/>
                </a:solidFill>
                <a:latin typeface="Hiragino Sans"/>
                <a:ea typeface="Hiragino Sans"/>
                <a:cs typeface="Hiragino Sans"/>
              </a:rPr>
              <a:t>GrowLinkは、大きな決断を迫る講座ではありません。小さく試しながら「私にもできるかもしれない」を積み重ねる設計です。</a:t>
            </a:r>
          </a:p>
        </p:txBody>
      </p:sp>
      <p:sp>
        <p:nvSpPr>
          <p:cNvPr id="7" name="">
            <a:extLst xmlns:a="http://schemas.openxmlformats.org/drawingml/2006/main">
              <a:ext uri="{FF2B5EF4-FFF2-40B4-BE49-F238E27FC236}">
                <a16:creationId xmlns:a16="http://schemas.microsoft.com/office/drawing/2014/main" id="{0B1C4537-7249-4994-A329-AA9B8D3F1B6F}"/>
              </a:ext>
            </a:extLst>
          </p:cNvPr>
          <p:cNvSpPr>
            <a:spLocks xmlns:a="http://schemas.openxmlformats.org/drawingml/2006/main" noGrp="1"/>
          </p:cNvSpPr>
          <p:nvPr/>
        </p:nvSpPr>
        <p:spPr>
          <a:xfrm xmlns:a="http://schemas.openxmlformats.org/drawingml/2006/main">
            <a:off x="685800" y="4095750"/>
            <a:ext cx="314325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DFE9E3"/>
            </a:solidFill>
            <a:prstDash val="solid"/>
          </a:ln>
        </p:spPr>
      </p:sp>
      <p:sp>
        <p:nvSpPr>
          <p:cNvPr id="8" name="">
            <a:extLst xmlns:a="http://schemas.openxmlformats.org/drawingml/2006/main">
              <a:ext uri="{FF2B5EF4-FFF2-40B4-BE49-F238E27FC236}">
                <a16:creationId xmlns:a16="http://schemas.microsoft.com/office/drawing/2014/main" id="{3636DF48-FE30-4ABA-AEDF-ADF7EED14612}"/>
              </a:ext>
            </a:extLst>
          </p:cNvPr>
          <p:cNvSpPr>
            <a:spLocks xmlns:a="http://schemas.openxmlformats.org/drawingml/2006/main" noGrp="1"/>
          </p:cNvSpPr>
          <p:nvPr/>
        </p:nvSpPr>
        <p:spPr>
          <a:xfrm xmlns:a="http://schemas.openxmlformats.org/drawingml/2006/main">
            <a:off x="914400" y="4324350"/>
            <a:ext cx="552450" cy="552450"/>
          </a:xfrm>
          <a:prstGeom xmlns:a="http://schemas.openxmlformats.org/drawingml/2006/main" prst="ellipse">
            <a:avLst/>
          </a:prstGeom>
          <a:solidFill xmlns:a="http://schemas.openxmlformats.org/drawingml/2006/main">
            <a:srgbClr val="EEF6FB"/>
          </a:solidFill>
          <a:ln xmlns:a="http://schemas.openxmlformats.org/drawingml/2006/main" w="0">
            <a:solidFill>
              <a:srgbClr val="DFE9E3"/>
            </a:solidFill>
            <a:prstDash val="solid"/>
          </a:ln>
        </p:spPr>
      </p:sp>
      <p:sp>
        <p:nvSpPr>
          <p:cNvPr id="9" name="">
            <a:extLst xmlns:a="http://schemas.openxmlformats.org/drawingml/2006/main">
              <a:ext uri="{FF2B5EF4-FFF2-40B4-BE49-F238E27FC236}">
                <a16:creationId xmlns:a16="http://schemas.microsoft.com/office/drawing/2014/main" id="{89C14728-DBF9-40E8-BABC-E2196F0861BA}"/>
              </a:ext>
            </a:extLst>
          </p:cNvPr>
          <p:cNvSpPr>
            <a:spLocks xmlns:a="http://schemas.openxmlformats.org/drawingml/2006/main" noGrp="1"/>
          </p:cNvSpPr>
          <p:nvPr/>
        </p:nvSpPr>
        <p:spPr>
          <a:xfrm xmlns:a="http://schemas.openxmlformats.org/drawingml/2006/main">
            <a:off x="914400" y="4486275"/>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0F4D3B"/>
                </a:solidFill>
                <a:latin typeface="Hiragino Sans"/>
                <a:ea typeface="Hiragino Sans"/>
                <a:cs typeface="Hiragino Sans"/>
              </a:defRPr>
            </a:pPr>
            <a:r>
              <a:rPr sz="1200" b="1">
                <a:solidFill>
                  <a:srgbClr val="0F4D3B"/>
                </a:solidFill>
                <a:latin typeface="Hiragino Sans"/>
                <a:ea typeface="Hiragino Sans"/>
                <a:cs typeface="Hiragino Sans"/>
              </a:rPr>
              <a:t>見える</a:t>
            </a:r>
          </a:p>
        </p:txBody>
      </p:sp>
      <p:sp>
        <p:nvSpPr>
          <p:cNvPr id="10" name="">
            <a:extLst xmlns:a="http://schemas.openxmlformats.org/drawingml/2006/main">
              <a:ext uri="{FF2B5EF4-FFF2-40B4-BE49-F238E27FC236}">
                <a16:creationId xmlns:a16="http://schemas.microsoft.com/office/drawing/2014/main" id="{09407B1C-F421-46E2-8CB9-B398A4D023AD}"/>
              </a:ext>
            </a:extLst>
          </p:cNvPr>
          <p:cNvSpPr>
            <a:spLocks xmlns:a="http://schemas.openxmlformats.org/drawingml/2006/main" noGrp="1"/>
          </p:cNvSpPr>
          <p:nvPr/>
        </p:nvSpPr>
        <p:spPr>
          <a:xfrm xmlns:a="http://schemas.openxmlformats.org/drawingml/2006/main">
            <a:off x="1676400" y="4343400"/>
            <a:ext cx="1809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3251F"/>
                </a:solidFill>
                <a:latin typeface="Hiragino Sans"/>
                <a:ea typeface="Hiragino Sans"/>
                <a:cs typeface="Hiragino Sans"/>
              </a:defRPr>
            </a:pPr>
            <a:r>
              <a:rPr sz="1425" b="1">
                <a:solidFill>
                  <a:srgbClr val="13251F"/>
                </a:solidFill>
                <a:latin typeface="Hiragino Sans"/>
                <a:ea typeface="Hiragino Sans"/>
                <a:cs typeface="Hiragino Sans"/>
              </a:rPr>
              <a:t>学ぶ範囲が見える</a:t>
            </a:r>
          </a:p>
        </p:txBody>
      </p:sp>
      <p:sp>
        <p:nvSpPr>
          <p:cNvPr id="11" name="">
            <a:extLst xmlns:a="http://schemas.openxmlformats.org/drawingml/2006/main">
              <a:ext uri="{FF2B5EF4-FFF2-40B4-BE49-F238E27FC236}">
                <a16:creationId xmlns:a16="http://schemas.microsoft.com/office/drawing/2014/main" id="{0E4D3D05-268D-4663-85A4-9F114F68F687}"/>
              </a:ext>
            </a:extLst>
          </p:cNvPr>
          <p:cNvSpPr>
            <a:spLocks xmlns:a="http://schemas.openxmlformats.org/drawingml/2006/main" noGrp="1"/>
          </p:cNvSpPr>
          <p:nvPr/>
        </p:nvSpPr>
        <p:spPr>
          <a:xfrm xmlns:a="http://schemas.openxmlformats.org/drawingml/2006/main">
            <a:off x="1676400" y="4705350"/>
            <a:ext cx="17907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E68"/>
                </a:solidFill>
                <a:latin typeface="Hiragino Sans"/>
                <a:ea typeface="Hiragino Sans"/>
                <a:cs typeface="Hiragino Sans"/>
              </a:defRPr>
            </a:pPr>
            <a:r>
              <a:rPr sz="1050" b="0">
                <a:solidFill>
                  <a:srgbClr val="5E6E68"/>
                </a:solidFill>
                <a:latin typeface="Hiragino Sans"/>
                <a:ea typeface="Hiragino Sans"/>
                <a:cs typeface="Hiragino Sans"/>
              </a:rPr>
              <a:t>デザイン、動画、SNS、AI、営業の基礎から自分に合う入口を見つける。</a:t>
            </a:r>
          </a:p>
        </p:txBody>
      </p:sp>
      <p:sp>
        <p:nvSpPr>
          <p:cNvPr id="12" name="">
            <a:extLst xmlns:a="http://schemas.openxmlformats.org/drawingml/2006/main">
              <a:ext uri="{FF2B5EF4-FFF2-40B4-BE49-F238E27FC236}">
                <a16:creationId xmlns:a16="http://schemas.microsoft.com/office/drawing/2014/main" id="{AEC6C5F7-C428-4BFB-A35A-40A50356F04D}"/>
              </a:ext>
            </a:extLst>
          </p:cNvPr>
          <p:cNvSpPr>
            <a:spLocks xmlns:a="http://schemas.openxmlformats.org/drawingml/2006/main" noGrp="1"/>
          </p:cNvSpPr>
          <p:nvPr/>
        </p:nvSpPr>
        <p:spPr>
          <a:xfrm xmlns:a="http://schemas.openxmlformats.org/drawingml/2006/main">
            <a:off x="4324350" y="4095750"/>
            <a:ext cx="314325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DFE9E3"/>
            </a:solidFill>
            <a:prstDash val="solid"/>
          </a:ln>
        </p:spPr>
      </p:sp>
      <p:sp>
        <p:nvSpPr>
          <p:cNvPr id="13" name="">
            <a:extLst xmlns:a="http://schemas.openxmlformats.org/drawingml/2006/main">
              <a:ext uri="{FF2B5EF4-FFF2-40B4-BE49-F238E27FC236}">
                <a16:creationId xmlns:a16="http://schemas.microsoft.com/office/drawing/2014/main" id="{044CA6CB-E11F-41FB-BADE-2A66B2AB58A7}"/>
              </a:ext>
            </a:extLst>
          </p:cNvPr>
          <p:cNvSpPr>
            <a:spLocks xmlns:a="http://schemas.openxmlformats.org/drawingml/2006/main" noGrp="1"/>
          </p:cNvSpPr>
          <p:nvPr/>
        </p:nvSpPr>
        <p:spPr>
          <a:xfrm xmlns:a="http://schemas.openxmlformats.org/drawingml/2006/main">
            <a:off x="4552950" y="4324350"/>
            <a:ext cx="552450" cy="552450"/>
          </a:xfrm>
          <a:prstGeom xmlns:a="http://schemas.openxmlformats.org/drawingml/2006/main" prst="ellipse">
            <a:avLst/>
          </a:prstGeom>
          <a:solidFill xmlns:a="http://schemas.openxmlformats.org/drawingml/2006/main">
            <a:srgbClr val="0F4D3B"/>
          </a:solidFill>
          <a:ln xmlns:a="http://schemas.openxmlformats.org/drawingml/2006/main" w="0">
            <a:solidFill>
              <a:srgbClr val="DFE9E3"/>
            </a:solidFill>
            <a:prstDash val="solid"/>
          </a:ln>
        </p:spPr>
      </p:sp>
      <p:sp>
        <p:nvSpPr>
          <p:cNvPr id="14" name="">
            <a:extLst xmlns:a="http://schemas.openxmlformats.org/drawingml/2006/main">
              <a:ext uri="{FF2B5EF4-FFF2-40B4-BE49-F238E27FC236}">
                <a16:creationId xmlns:a16="http://schemas.microsoft.com/office/drawing/2014/main" id="{C9A5560E-4E1A-4BFE-86E5-33B2C4268BAD}"/>
              </a:ext>
            </a:extLst>
          </p:cNvPr>
          <p:cNvSpPr>
            <a:spLocks xmlns:a="http://schemas.openxmlformats.org/drawingml/2006/main" noGrp="1"/>
          </p:cNvSpPr>
          <p:nvPr/>
        </p:nvSpPr>
        <p:spPr>
          <a:xfrm xmlns:a="http://schemas.openxmlformats.org/drawingml/2006/main">
            <a:off x="4552950" y="4486275"/>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試せる</a:t>
            </a:r>
          </a:p>
        </p:txBody>
      </p:sp>
      <p:sp>
        <p:nvSpPr>
          <p:cNvPr id="15" name="">
            <a:extLst xmlns:a="http://schemas.openxmlformats.org/drawingml/2006/main">
              <a:ext uri="{FF2B5EF4-FFF2-40B4-BE49-F238E27FC236}">
                <a16:creationId xmlns:a16="http://schemas.microsoft.com/office/drawing/2014/main" id="{EC8E7DBF-546C-40AB-9336-67B7D31A7CF9}"/>
              </a:ext>
            </a:extLst>
          </p:cNvPr>
          <p:cNvSpPr>
            <a:spLocks xmlns:a="http://schemas.openxmlformats.org/drawingml/2006/main" noGrp="1"/>
          </p:cNvSpPr>
          <p:nvPr/>
        </p:nvSpPr>
        <p:spPr>
          <a:xfrm xmlns:a="http://schemas.openxmlformats.org/drawingml/2006/main">
            <a:off x="5314950" y="4343400"/>
            <a:ext cx="1809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3251F"/>
                </a:solidFill>
                <a:latin typeface="Hiragino Sans"/>
                <a:ea typeface="Hiragino Sans"/>
                <a:cs typeface="Hiragino Sans"/>
              </a:defRPr>
            </a:pPr>
            <a:r>
              <a:rPr sz="1425" b="1">
                <a:solidFill>
                  <a:srgbClr val="13251F"/>
                </a:solidFill>
                <a:latin typeface="Hiragino Sans"/>
                <a:ea typeface="Hiragino Sans"/>
                <a:cs typeface="Hiragino Sans"/>
              </a:rPr>
              <a:t>小さく手を動かせる</a:t>
            </a:r>
          </a:p>
        </p:txBody>
      </p:sp>
      <p:sp>
        <p:nvSpPr>
          <p:cNvPr id="16" name="">
            <a:extLst xmlns:a="http://schemas.openxmlformats.org/drawingml/2006/main">
              <a:ext uri="{FF2B5EF4-FFF2-40B4-BE49-F238E27FC236}">
                <a16:creationId xmlns:a16="http://schemas.microsoft.com/office/drawing/2014/main" id="{BDC80682-8AE1-4E21-85E7-97A7E29A8B66}"/>
              </a:ext>
            </a:extLst>
          </p:cNvPr>
          <p:cNvSpPr>
            <a:spLocks xmlns:a="http://schemas.openxmlformats.org/drawingml/2006/main" noGrp="1"/>
          </p:cNvSpPr>
          <p:nvPr/>
        </p:nvSpPr>
        <p:spPr>
          <a:xfrm xmlns:a="http://schemas.openxmlformats.org/drawingml/2006/main">
            <a:off x="5314950" y="4705350"/>
            <a:ext cx="17907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E68"/>
                </a:solidFill>
                <a:latin typeface="Hiragino Sans"/>
                <a:ea typeface="Hiragino Sans"/>
                <a:cs typeface="Hiragino Sans"/>
              </a:defRPr>
            </a:pPr>
            <a:r>
              <a:rPr sz="1050" b="0">
                <a:solidFill>
                  <a:srgbClr val="5E6E68"/>
                </a:solidFill>
                <a:latin typeface="Hiragino Sans"/>
                <a:ea typeface="Hiragino Sans"/>
                <a:cs typeface="Hiragino Sans"/>
              </a:rPr>
              <a:t>見るだけで終わらず、暮らしの中で取り組めるミニ課題を進める。</a:t>
            </a:r>
          </a:p>
        </p:txBody>
      </p:sp>
      <p:sp>
        <p:nvSpPr>
          <p:cNvPr id="17" name="">
            <a:extLst xmlns:a="http://schemas.openxmlformats.org/drawingml/2006/main">
              <a:ext uri="{FF2B5EF4-FFF2-40B4-BE49-F238E27FC236}">
                <a16:creationId xmlns:a16="http://schemas.microsoft.com/office/drawing/2014/main" id="{E621775E-3C49-4849-BB9F-4CE279976A9B}"/>
              </a:ext>
            </a:extLst>
          </p:cNvPr>
          <p:cNvSpPr>
            <a:spLocks xmlns:a="http://schemas.openxmlformats.org/drawingml/2006/main" noGrp="1"/>
          </p:cNvSpPr>
          <p:nvPr/>
        </p:nvSpPr>
        <p:spPr>
          <a:xfrm xmlns:a="http://schemas.openxmlformats.org/drawingml/2006/main">
            <a:off x="7962900" y="4095750"/>
            <a:ext cx="314325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DFE9E3"/>
            </a:solidFill>
            <a:prstDash val="solid"/>
          </a:ln>
        </p:spPr>
      </p:sp>
      <p:sp>
        <p:nvSpPr>
          <p:cNvPr id="18" name="">
            <a:extLst xmlns:a="http://schemas.openxmlformats.org/drawingml/2006/main">
              <a:ext uri="{FF2B5EF4-FFF2-40B4-BE49-F238E27FC236}">
                <a16:creationId xmlns:a16="http://schemas.microsoft.com/office/drawing/2014/main" id="{6188B29F-30AF-4AB4-BECF-644924D127E0}"/>
              </a:ext>
            </a:extLst>
          </p:cNvPr>
          <p:cNvSpPr>
            <a:spLocks xmlns:a="http://schemas.openxmlformats.org/drawingml/2006/main" noGrp="1"/>
          </p:cNvSpPr>
          <p:nvPr/>
        </p:nvSpPr>
        <p:spPr>
          <a:xfrm xmlns:a="http://schemas.openxmlformats.org/drawingml/2006/main">
            <a:off x="8191500" y="4324350"/>
            <a:ext cx="552450" cy="552450"/>
          </a:xfrm>
          <a:prstGeom xmlns:a="http://schemas.openxmlformats.org/drawingml/2006/main" prst="ellipse">
            <a:avLst/>
          </a:prstGeom>
          <a:solidFill xmlns:a="http://schemas.openxmlformats.org/drawingml/2006/main">
            <a:srgbClr val="EEF6FB"/>
          </a:solidFill>
          <a:ln xmlns:a="http://schemas.openxmlformats.org/drawingml/2006/main" w="0">
            <a:solidFill>
              <a:srgbClr val="DFE9E3"/>
            </a:solidFill>
            <a:prstDash val="solid"/>
          </a:ln>
        </p:spPr>
      </p:sp>
      <p:sp>
        <p:nvSpPr>
          <p:cNvPr id="19" name="">
            <a:extLst xmlns:a="http://schemas.openxmlformats.org/drawingml/2006/main">
              <a:ext uri="{FF2B5EF4-FFF2-40B4-BE49-F238E27FC236}">
                <a16:creationId xmlns:a16="http://schemas.microsoft.com/office/drawing/2014/main" id="{E16AD29B-1B43-4118-9426-CD22D710726F}"/>
              </a:ext>
            </a:extLst>
          </p:cNvPr>
          <p:cNvSpPr>
            <a:spLocks xmlns:a="http://schemas.openxmlformats.org/drawingml/2006/main" noGrp="1"/>
          </p:cNvSpPr>
          <p:nvPr/>
        </p:nvSpPr>
        <p:spPr>
          <a:xfrm xmlns:a="http://schemas.openxmlformats.org/drawingml/2006/main">
            <a:off x="8191500" y="4486275"/>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0F4D3B"/>
                </a:solidFill>
                <a:latin typeface="Hiragino Sans"/>
                <a:ea typeface="Hiragino Sans"/>
                <a:cs typeface="Hiragino Sans"/>
              </a:defRPr>
            </a:pPr>
            <a:r>
              <a:rPr sz="1200" b="1">
                <a:solidFill>
                  <a:srgbClr val="0F4D3B"/>
                </a:solidFill>
                <a:latin typeface="Hiragino Sans"/>
                <a:ea typeface="Hiragino Sans"/>
                <a:cs typeface="Hiragino Sans"/>
              </a:rPr>
              <a:t>戻れる</a:t>
            </a:r>
          </a:p>
        </p:txBody>
      </p:sp>
      <p:sp>
        <p:nvSpPr>
          <p:cNvPr id="20" name="">
            <a:extLst xmlns:a="http://schemas.openxmlformats.org/drawingml/2006/main">
              <a:ext uri="{FF2B5EF4-FFF2-40B4-BE49-F238E27FC236}">
                <a16:creationId xmlns:a16="http://schemas.microsoft.com/office/drawing/2014/main" id="{9D52EE4B-C5EE-4757-82A1-A6DD17BF705C}"/>
              </a:ext>
            </a:extLst>
          </p:cNvPr>
          <p:cNvSpPr>
            <a:spLocks xmlns:a="http://schemas.openxmlformats.org/drawingml/2006/main" noGrp="1"/>
          </p:cNvSpPr>
          <p:nvPr/>
        </p:nvSpPr>
        <p:spPr>
          <a:xfrm xmlns:a="http://schemas.openxmlformats.org/drawingml/2006/main">
            <a:off x="8953500" y="4343400"/>
            <a:ext cx="1809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3251F"/>
                </a:solidFill>
                <a:latin typeface="Hiragino Sans"/>
                <a:ea typeface="Hiragino Sans"/>
                <a:cs typeface="Hiragino Sans"/>
              </a:defRPr>
            </a:pPr>
            <a:r>
              <a:rPr sz="1425" b="1">
                <a:solidFill>
                  <a:srgbClr val="13251F"/>
                </a:solidFill>
                <a:latin typeface="Hiragino Sans"/>
                <a:ea typeface="Hiragino Sans"/>
                <a:cs typeface="Hiragino Sans"/>
              </a:rPr>
              <a:t>ひとりで抱え込まない</a:t>
            </a:r>
          </a:p>
        </p:txBody>
      </p:sp>
      <p:sp>
        <p:nvSpPr>
          <p:cNvPr id="21" name="">
            <a:extLst xmlns:a="http://schemas.openxmlformats.org/drawingml/2006/main">
              <a:ext uri="{FF2B5EF4-FFF2-40B4-BE49-F238E27FC236}">
                <a16:creationId xmlns:a16="http://schemas.microsoft.com/office/drawing/2014/main" id="{EB941BC8-D552-4750-B50F-27275462FEE8}"/>
              </a:ext>
            </a:extLst>
          </p:cNvPr>
          <p:cNvSpPr>
            <a:spLocks xmlns:a="http://schemas.openxmlformats.org/drawingml/2006/main" noGrp="1"/>
          </p:cNvSpPr>
          <p:nvPr/>
        </p:nvSpPr>
        <p:spPr>
          <a:xfrm xmlns:a="http://schemas.openxmlformats.org/drawingml/2006/main">
            <a:off x="8953500" y="4705350"/>
            <a:ext cx="17907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E68"/>
                </a:solidFill>
                <a:latin typeface="Hiragino Sans"/>
                <a:ea typeface="Hiragino Sans"/>
                <a:cs typeface="Hiragino Sans"/>
              </a:defRPr>
            </a:pPr>
            <a:r>
              <a:rPr sz="1050" b="0">
                <a:solidFill>
                  <a:srgbClr val="5E6E68"/>
                </a:solidFill>
                <a:latin typeface="Hiragino Sans"/>
                <a:ea typeface="Hiragino Sans"/>
                <a:cs typeface="Hiragino Sans"/>
              </a:rPr>
              <a:t>質問しやすい場と伴走で、迷っても戻ってこられる安心感をつくる。</a:t>
            </a:r>
          </a:p>
        </p:txBody>
      </p:sp>
      <p:sp>
        <p:nvSpPr>
          <p:cNvPr id="22" name="">
            <a:extLst xmlns:a="http://schemas.openxmlformats.org/drawingml/2006/main">
              <a:ext uri="{FF2B5EF4-FFF2-40B4-BE49-F238E27FC236}">
                <a16:creationId xmlns:a16="http://schemas.microsoft.com/office/drawing/2014/main" id="{DA409A9F-265F-4F72-9B06-BBC889461C04}"/>
              </a:ext>
            </a:extLst>
          </p:cNvPr>
          <p:cNvSpPr>
            <a:spLocks xmlns:a="http://schemas.openxmlformats.org/drawingml/2006/main" noGrp="1"/>
          </p:cNvSpPr>
          <p:nvPr/>
        </p:nvSpPr>
        <p:spPr>
          <a:xfrm xmlns:a="http://schemas.openxmlformats.org/drawingml/2006/main">
            <a:off x="685800" y="6419850"/>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789087"/>
                </a:solidFill>
                <a:latin typeface="Hiragino Sans"/>
                <a:ea typeface="Hiragino Sans"/>
                <a:cs typeface="Hiragino Sans"/>
              </a:defRPr>
            </a:pPr>
            <a:r>
              <a:rPr sz="825" b="0">
                <a:solidFill>
                  <a:srgbClr val="789087"/>
                </a:solidFill>
                <a:latin typeface="Hiragino Sans"/>
                <a:ea typeface="Hiragino Sans"/>
                <a:cs typeface="Hiragino Sans"/>
              </a:rPr>
              <a:t>GrowLink introduction</a:t>
            </a:r>
          </a:p>
        </p:txBody>
      </p:sp>
      <p:sp>
        <p:nvSpPr>
          <p:cNvPr id="23" name="">
            <a:extLst xmlns:a="http://schemas.openxmlformats.org/drawingml/2006/main">
              <a:ext uri="{FF2B5EF4-FFF2-40B4-BE49-F238E27FC236}">
                <a16:creationId xmlns:a16="http://schemas.microsoft.com/office/drawing/2014/main" id="{AFF5B9E7-8F4E-4AAF-8301-6530FC82ECC7}"/>
              </a:ext>
            </a:extLst>
          </p:cNvPr>
          <p:cNvSpPr>
            <a:spLocks xmlns:a="http://schemas.openxmlformats.org/drawingml/2006/main" noGrp="1"/>
          </p:cNvSpPr>
          <p:nvPr/>
        </p:nvSpPr>
        <p:spPr>
          <a:xfrm xmlns:a="http://schemas.openxmlformats.org/drawingml/2006/main">
            <a:off x="10820400" y="6400800"/>
            <a:ext cx="68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4D3B"/>
                </a:solidFill>
                <a:latin typeface="Hiragino Sans"/>
                <a:ea typeface="Hiragino Sans"/>
                <a:cs typeface="Hiragino Sans"/>
              </a:defRPr>
            </a:pPr>
            <a:r>
              <a:rPr sz="975" b="1">
                <a:solidFill>
                  <a:srgbClr val="0F4D3B"/>
                </a:solidFill>
                <a:latin typeface="Hiragino Sans"/>
                <a:ea typeface="Hiragino Sans"/>
                <a:cs typeface="Hiragino Sans"/>
              </a:rPr>
              <a:t>03</a:t>
            </a:r>
          </a:p>
        </p:txBody>
      </p:sp>
    </p:spTree>
    <p:extLst>
      <p:ext uri="{BB962C8B-B14F-4D97-AF65-F5344CB8AC3E}">
        <p14:creationId xmlns:p14="http://schemas.microsoft.com/office/powerpoint/2010/main" val="34780873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39AB77-046F-4B7D-9638-D1C8A3A749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CF7"/>
          </a:solidFill>
          <a:ln xmlns:a="http://schemas.openxmlformats.org/drawingml/2006/main" w="0">
            <a:solidFill>
              <a:srgbClr val="FBFCF7"/>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7f1c4a82cf34d41"/>
          <a:stretch xmlns:a="http://schemas.openxmlformats.org/drawingml/2006/main"/>
        </p:blipFill>
        <p:spPr>
          <a:xfrm xmlns:a="http://schemas.openxmlformats.org/drawingml/2006/main">
            <a:off x="685800" y="459030"/>
            <a:ext cx="1600200" cy="377340"/>
          </a:xfrm>
          <a:prstGeom xmlns:a="http://schemas.openxmlformats.org/drawingml/2006/main" prst="rect">
            <a:avLst/>
          </a:prstGeom>
        </p:spPr>
      </p:pic>
      <p:sp>
        <p:nvSpPr>
          <p:cNvPr id="3" name="kicker-marker">
            <a:extLst xmlns:a="http://schemas.openxmlformats.org/drawingml/2006/main">
              <a:ext uri="{FF2B5EF4-FFF2-40B4-BE49-F238E27FC236}">
                <a16:creationId xmlns:a16="http://schemas.microsoft.com/office/drawing/2014/main" id="{5788D502-C8B1-4DE2-8FF4-9044460AFD05}"/>
              </a:ext>
            </a:extLst>
          </p:cNvPr>
          <p:cNvSpPr>
            <a:spLocks xmlns:a="http://schemas.openxmlformats.org/drawingml/2006/main" noGrp="1"/>
          </p:cNvSpPr>
          <p:nvPr/>
        </p:nvSpPr>
        <p:spPr>
          <a:xfrm xmlns:a="http://schemas.openxmlformats.org/drawingml/2006/main">
            <a:off x="685800" y="1200150"/>
            <a:ext cx="247650" cy="38100"/>
          </a:xfrm>
          <a:prstGeom xmlns:a="http://schemas.openxmlformats.org/drawingml/2006/main" prst="rect">
            <a:avLst/>
          </a:prstGeom>
          <a:solidFill xmlns:a="http://schemas.openxmlformats.org/drawingml/2006/main">
            <a:srgbClr val="0F4D3B"/>
          </a:solidFill>
          <a:ln xmlns:a="http://schemas.openxmlformats.org/drawingml/2006/main" w="0">
            <a:solidFill>
              <a:srgbClr val="0F4D3B"/>
            </a:solidFill>
            <a:prstDash val="solid"/>
          </a:ln>
        </p:spPr>
      </p:sp>
      <p:sp>
        <p:nvSpPr>
          <p:cNvPr id="4" name="kicker-label">
            <a:extLst xmlns:a="http://schemas.openxmlformats.org/drawingml/2006/main">
              <a:ext uri="{FF2B5EF4-FFF2-40B4-BE49-F238E27FC236}">
                <a16:creationId xmlns:a16="http://schemas.microsoft.com/office/drawing/2014/main" id="{8CE518CD-2288-4451-9BB4-659664B3A5B7}"/>
              </a:ext>
            </a:extLst>
          </p:cNvPr>
          <p:cNvSpPr>
            <a:spLocks xmlns:a="http://schemas.openxmlformats.org/drawingml/2006/main" noGrp="1"/>
          </p:cNvSpPr>
          <p:nvPr/>
        </p:nvSpPr>
        <p:spPr>
          <a:xfrm xmlns:a="http://schemas.openxmlformats.org/drawingml/2006/main">
            <a:off x="1047750" y="1123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4D3B"/>
                </a:solidFill>
                <a:latin typeface="Hiragino Sans"/>
                <a:ea typeface="Hiragino Sans"/>
                <a:cs typeface="Hiragino Sans"/>
              </a:defRPr>
            </a:pPr>
            <a:r>
              <a:rPr sz="900" b="1">
                <a:solidFill>
                  <a:srgbClr val="0F4D3B"/>
                </a:solidFill>
                <a:latin typeface="Hiragino Sans"/>
                <a:ea typeface="Hiragino Sans"/>
                <a:cs typeface="Hiragino Sans"/>
              </a:rPr>
              <a:t>CURRICULUM</a:t>
            </a:r>
          </a:p>
        </p:txBody>
      </p:sp>
      <p:sp>
        <p:nvSpPr>
          <p:cNvPr id="5" name="">
            <a:extLst xmlns:a="http://schemas.openxmlformats.org/drawingml/2006/main">
              <a:ext uri="{FF2B5EF4-FFF2-40B4-BE49-F238E27FC236}">
                <a16:creationId xmlns:a16="http://schemas.microsoft.com/office/drawing/2014/main" id="{135DFD6A-44C5-4097-9DF1-75A29CE45D10}"/>
              </a:ext>
            </a:extLst>
          </p:cNvPr>
          <p:cNvSpPr>
            <a:spLocks xmlns:a="http://schemas.openxmlformats.org/drawingml/2006/main" noGrp="1"/>
          </p:cNvSpPr>
          <p:nvPr/>
        </p:nvSpPr>
        <p:spPr>
          <a:xfrm xmlns:a="http://schemas.openxmlformats.org/drawingml/2006/main">
            <a:off x="685800" y="1466850"/>
            <a:ext cx="59055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13251F"/>
                </a:solidFill>
                <a:latin typeface="Hiragino Sans"/>
                <a:ea typeface="Hiragino Sans"/>
                <a:cs typeface="Hiragino Sans"/>
              </a:defRPr>
            </a:pPr>
            <a:r>
              <a:rPr sz="3150" b="1">
                <a:solidFill>
                  <a:srgbClr val="13251F"/>
                </a:solidFill>
                <a:latin typeface="Hiragino Sans"/>
                <a:ea typeface="Hiragino Sans"/>
                <a:cs typeface="Hiragino Sans"/>
              </a:rPr>
              <a:t>在宅ワークの入口に触れる、</a:t>
            </a:r>
          </a:p>
          <a:p xmlns:a="http://schemas.openxmlformats.org/drawingml/2006/main">
            <a:pPr algn="l">
              <a:defRPr sz="3150" b="1">
                <a:solidFill>
                  <a:srgbClr val="13251F"/>
                </a:solidFill>
                <a:latin typeface="Hiragino Sans"/>
                <a:ea typeface="Hiragino Sans"/>
                <a:cs typeface="Hiragino Sans"/>
              </a:defRPr>
            </a:pPr>
            <a:r>
              <a:rPr sz="3150" b="1">
                <a:solidFill>
                  <a:srgbClr val="13251F"/>
                </a:solidFill>
                <a:latin typeface="Hiragino Sans"/>
                <a:ea typeface="Hiragino Sans"/>
                <a:cs typeface="Hiragino Sans"/>
              </a:rPr>
              <a:t>5つの基礎。</a:t>
            </a:r>
          </a:p>
        </p:txBody>
      </p:sp>
      <p:sp>
        <p:nvSpPr>
          <p:cNvPr id="6" name="">
            <a:extLst xmlns:a="http://schemas.openxmlformats.org/drawingml/2006/main">
              <a:ext uri="{FF2B5EF4-FFF2-40B4-BE49-F238E27FC236}">
                <a16:creationId xmlns:a16="http://schemas.microsoft.com/office/drawing/2014/main" id="{DFBAA9F9-B3B4-4D8D-93AA-1A52439D997A}"/>
              </a:ext>
            </a:extLst>
          </p:cNvPr>
          <p:cNvSpPr>
            <a:spLocks xmlns:a="http://schemas.openxmlformats.org/drawingml/2006/main" noGrp="1"/>
          </p:cNvSpPr>
          <p:nvPr/>
        </p:nvSpPr>
        <p:spPr>
          <a:xfrm xmlns:a="http://schemas.openxmlformats.org/drawingml/2006/main">
            <a:off x="723900" y="2667000"/>
            <a:ext cx="5334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5E6E68"/>
                </a:solidFill>
                <a:latin typeface="Hiragino Sans"/>
                <a:ea typeface="Hiragino Sans"/>
                <a:cs typeface="Hiragino Sans"/>
              </a:defRPr>
            </a:pPr>
            <a:r>
              <a:rPr sz="1425" b="0">
                <a:solidFill>
                  <a:srgbClr val="5E6E68"/>
                </a:solidFill>
                <a:latin typeface="Hiragino Sans"/>
                <a:ea typeface="Hiragino Sans"/>
                <a:cs typeface="Hiragino Sans"/>
              </a:rPr>
              <a:t>最初から専門分野を決めきらず、複数の入口を広く知ることで、自分に合う学び方と次の行動を選びやすくします。</a:t>
            </a:r>
          </a:p>
        </p:txBody>
      </p:sp>
      <p:sp>
        <p:nvSpPr>
          <p:cNvPr id="7" name="">
            <a:extLst xmlns:a="http://schemas.openxmlformats.org/drawingml/2006/main">
              <a:ext uri="{FF2B5EF4-FFF2-40B4-BE49-F238E27FC236}">
                <a16:creationId xmlns:a16="http://schemas.microsoft.com/office/drawing/2014/main" id="{D4B2E832-D737-4D6B-B50E-D4368D4FCCBF}"/>
              </a:ext>
            </a:extLst>
          </p:cNvPr>
          <p:cNvSpPr>
            <a:spLocks xmlns:a="http://schemas.openxmlformats.org/drawingml/2006/main" noGrp="1"/>
          </p:cNvSpPr>
          <p:nvPr/>
        </p:nvSpPr>
        <p:spPr>
          <a:xfrm xmlns:a="http://schemas.openxmlformats.org/drawingml/2006/main">
            <a:off x="6572250" y="933450"/>
            <a:ext cx="4286250" cy="781050"/>
          </a:xfrm>
          <a:prstGeom xmlns:a="http://schemas.openxmlformats.org/drawingml/2006/main" prst="rect">
            <a:avLst/>
          </a:prstGeom>
          <a:solidFill xmlns:a="http://schemas.openxmlformats.org/drawingml/2006/main">
            <a:srgbClr val="EEF8F1"/>
          </a:solidFill>
          <a:ln xmlns:a="http://schemas.openxmlformats.org/drawingml/2006/main" w="9525">
            <a:solidFill>
              <a:srgbClr val="DFE9E3"/>
            </a:solidFill>
            <a:prstDash val="solid"/>
          </a:ln>
        </p:spPr>
      </p:sp>
      <p:sp>
        <p:nvSpPr>
          <p:cNvPr id="8" name="">
            <a:extLst xmlns:a="http://schemas.openxmlformats.org/drawingml/2006/main">
              <a:ext uri="{FF2B5EF4-FFF2-40B4-BE49-F238E27FC236}">
                <a16:creationId xmlns:a16="http://schemas.microsoft.com/office/drawing/2014/main" id="{97F9B38C-85D7-41C5-99A3-9910956CB5F1}"/>
              </a:ext>
            </a:extLst>
          </p:cNvPr>
          <p:cNvSpPr>
            <a:spLocks xmlns:a="http://schemas.openxmlformats.org/drawingml/2006/main" noGrp="1"/>
          </p:cNvSpPr>
          <p:nvPr/>
        </p:nvSpPr>
        <p:spPr>
          <a:xfrm xmlns:a="http://schemas.openxmlformats.org/drawingml/2006/main">
            <a:off x="6800850" y="1095375"/>
            <a:ext cx="34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4D3B"/>
                </a:solidFill>
                <a:latin typeface="Hiragino Sans"/>
                <a:ea typeface="Hiragino Sans"/>
                <a:cs typeface="Hiragino Sans"/>
              </a:defRPr>
            </a:pPr>
            <a:r>
              <a:rPr sz="1200" b="1">
                <a:solidFill>
                  <a:srgbClr val="0F4D3B"/>
                </a:solidFill>
                <a:latin typeface="Hiragino Sans"/>
                <a:ea typeface="Hiragino Sans"/>
                <a:cs typeface="Hiragino Sans"/>
              </a:rPr>
              <a:t>01</a:t>
            </a:r>
          </a:p>
        </p:txBody>
      </p:sp>
      <p:sp>
        <p:nvSpPr>
          <p:cNvPr id="9" name="">
            <a:extLst xmlns:a="http://schemas.openxmlformats.org/drawingml/2006/main">
              <a:ext uri="{FF2B5EF4-FFF2-40B4-BE49-F238E27FC236}">
                <a16:creationId xmlns:a16="http://schemas.microsoft.com/office/drawing/2014/main" id="{7FB9EF41-5C6F-42DF-A8DA-B7C5EB69AD2F}"/>
              </a:ext>
            </a:extLst>
          </p:cNvPr>
          <p:cNvSpPr>
            <a:spLocks xmlns:a="http://schemas.openxmlformats.org/drawingml/2006/main" noGrp="1"/>
          </p:cNvSpPr>
          <p:nvPr/>
        </p:nvSpPr>
        <p:spPr>
          <a:xfrm xmlns:a="http://schemas.openxmlformats.org/drawingml/2006/main">
            <a:off x="7315200" y="1085850"/>
            <a:ext cx="2000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3251F"/>
                </a:solidFill>
                <a:latin typeface="Hiragino Sans"/>
                <a:ea typeface="Hiragino Sans"/>
                <a:cs typeface="Hiragino Sans"/>
              </a:defRPr>
            </a:pPr>
            <a:r>
              <a:rPr sz="1575" b="1">
                <a:solidFill>
                  <a:srgbClr val="13251F"/>
                </a:solidFill>
                <a:latin typeface="Hiragino Sans"/>
                <a:ea typeface="Hiragino Sans"/>
                <a:cs typeface="Hiragino Sans"/>
              </a:rPr>
              <a:t>デザイン</a:t>
            </a:r>
          </a:p>
        </p:txBody>
      </p:sp>
      <p:sp>
        <p:nvSpPr>
          <p:cNvPr id="10" name="">
            <a:extLst xmlns:a="http://schemas.openxmlformats.org/drawingml/2006/main">
              <a:ext uri="{FF2B5EF4-FFF2-40B4-BE49-F238E27FC236}">
                <a16:creationId xmlns:a16="http://schemas.microsoft.com/office/drawing/2014/main" id="{1B17E58F-EF36-405B-B428-C1502C15952A}"/>
              </a:ext>
            </a:extLst>
          </p:cNvPr>
          <p:cNvSpPr>
            <a:spLocks xmlns:a="http://schemas.openxmlformats.org/drawingml/2006/main" noGrp="1"/>
          </p:cNvSpPr>
          <p:nvPr/>
        </p:nvSpPr>
        <p:spPr>
          <a:xfrm xmlns:a="http://schemas.openxmlformats.org/drawingml/2006/main">
            <a:off x="7315200" y="1390650"/>
            <a:ext cx="3257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5E6E68"/>
                </a:solidFill>
                <a:latin typeface="Hiragino Sans"/>
                <a:ea typeface="Hiragino Sans"/>
                <a:cs typeface="Hiragino Sans"/>
              </a:defRPr>
            </a:pPr>
            <a:r>
              <a:rPr sz="1013" b="0">
                <a:solidFill>
                  <a:srgbClr val="5E6E68"/>
                </a:solidFill>
                <a:latin typeface="Hiragino Sans"/>
                <a:ea typeface="Hiragino Sans"/>
                <a:cs typeface="Hiragino Sans"/>
              </a:rPr>
              <a:t>投稿画像・配色・見やすいレイアウト</a:t>
            </a:r>
          </a:p>
        </p:txBody>
      </p:sp>
      <p:sp>
        <p:nvSpPr>
          <p:cNvPr id="11" name="">
            <a:extLst xmlns:a="http://schemas.openxmlformats.org/drawingml/2006/main">
              <a:ext uri="{FF2B5EF4-FFF2-40B4-BE49-F238E27FC236}">
                <a16:creationId xmlns:a16="http://schemas.microsoft.com/office/drawing/2014/main" id="{B0681D04-F08F-41B9-AB74-C24067119424}"/>
              </a:ext>
            </a:extLst>
          </p:cNvPr>
          <p:cNvSpPr>
            <a:spLocks xmlns:a="http://schemas.openxmlformats.org/drawingml/2006/main" noGrp="1"/>
          </p:cNvSpPr>
          <p:nvPr/>
        </p:nvSpPr>
        <p:spPr>
          <a:xfrm xmlns:a="http://schemas.openxmlformats.org/drawingml/2006/main">
            <a:off x="6572250" y="1924050"/>
            <a:ext cx="4286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FE9E3"/>
            </a:solidFill>
            <a:prstDash val="solid"/>
          </a:ln>
        </p:spPr>
      </p:sp>
      <p:sp>
        <p:nvSpPr>
          <p:cNvPr id="12" name="">
            <a:extLst xmlns:a="http://schemas.openxmlformats.org/drawingml/2006/main">
              <a:ext uri="{FF2B5EF4-FFF2-40B4-BE49-F238E27FC236}">
                <a16:creationId xmlns:a16="http://schemas.microsoft.com/office/drawing/2014/main" id="{16D4F3EE-66E1-43C6-B55F-F6F1DC18C852}"/>
              </a:ext>
            </a:extLst>
          </p:cNvPr>
          <p:cNvSpPr>
            <a:spLocks xmlns:a="http://schemas.openxmlformats.org/drawingml/2006/main" noGrp="1"/>
          </p:cNvSpPr>
          <p:nvPr/>
        </p:nvSpPr>
        <p:spPr>
          <a:xfrm xmlns:a="http://schemas.openxmlformats.org/drawingml/2006/main">
            <a:off x="6800850" y="2085975"/>
            <a:ext cx="34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4D3B"/>
                </a:solidFill>
                <a:latin typeface="Hiragino Sans"/>
                <a:ea typeface="Hiragino Sans"/>
                <a:cs typeface="Hiragino Sans"/>
              </a:defRPr>
            </a:pPr>
            <a:r>
              <a:rPr sz="1200" b="1">
                <a:solidFill>
                  <a:srgbClr val="0F4D3B"/>
                </a:solidFill>
                <a:latin typeface="Hiragino Sans"/>
                <a:ea typeface="Hiragino Sans"/>
                <a:cs typeface="Hiragino Sans"/>
              </a:rPr>
              <a:t>02</a:t>
            </a:r>
          </a:p>
        </p:txBody>
      </p:sp>
      <p:sp>
        <p:nvSpPr>
          <p:cNvPr id="13" name="">
            <a:extLst xmlns:a="http://schemas.openxmlformats.org/drawingml/2006/main">
              <a:ext uri="{FF2B5EF4-FFF2-40B4-BE49-F238E27FC236}">
                <a16:creationId xmlns:a16="http://schemas.microsoft.com/office/drawing/2014/main" id="{61A9E1A8-EFD1-4C96-ACED-D45FB27DF7D9}"/>
              </a:ext>
            </a:extLst>
          </p:cNvPr>
          <p:cNvSpPr>
            <a:spLocks xmlns:a="http://schemas.openxmlformats.org/drawingml/2006/main" noGrp="1"/>
          </p:cNvSpPr>
          <p:nvPr/>
        </p:nvSpPr>
        <p:spPr>
          <a:xfrm xmlns:a="http://schemas.openxmlformats.org/drawingml/2006/main">
            <a:off x="7315200" y="2076450"/>
            <a:ext cx="2000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3251F"/>
                </a:solidFill>
                <a:latin typeface="Hiragino Sans"/>
                <a:ea typeface="Hiragino Sans"/>
                <a:cs typeface="Hiragino Sans"/>
              </a:defRPr>
            </a:pPr>
            <a:r>
              <a:rPr sz="1575" b="1">
                <a:solidFill>
                  <a:srgbClr val="13251F"/>
                </a:solidFill>
                <a:latin typeface="Hiragino Sans"/>
                <a:ea typeface="Hiragino Sans"/>
                <a:cs typeface="Hiragino Sans"/>
              </a:rPr>
              <a:t>動画編集</a:t>
            </a:r>
          </a:p>
        </p:txBody>
      </p:sp>
      <p:sp>
        <p:nvSpPr>
          <p:cNvPr id="14" name="">
            <a:extLst xmlns:a="http://schemas.openxmlformats.org/drawingml/2006/main">
              <a:ext uri="{FF2B5EF4-FFF2-40B4-BE49-F238E27FC236}">
                <a16:creationId xmlns:a16="http://schemas.microsoft.com/office/drawing/2014/main" id="{5B32C4E2-E38D-4C2E-90D1-A5FEDAC095DF}"/>
              </a:ext>
            </a:extLst>
          </p:cNvPr>
          <p:cNvSpPr>
            <a:spLocks xmlns:a="http://schemas.openxmlformats.org/drawingml/2006/main" noGrp="1"/>
          </p:cNvSpPr>
          <p:nvPr/>
        </p:nvSpPr>
        <p:spPr>
          <a:xfrm xmlns:a="http://schemas.openxmlformats.org/drawingml/2006/main">
            <a:off x="7315200" y="2381250"/>
            <a:ext cx="3257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5E6E68"/>
                </a:solidFill>
                <a:latin typeface="Hiragino Sans"/>
                <a:ea typeface="Hiragino Sans"/>
                <a:cs typeface="Hiragino Sans"/>
              </a:defRPr>
            </a:pPr>
            <a:r>
              <a:rPr sz="1013" b="0">
                <a:solidFill>
                  <a:srgbClr val="5E6E68"/>
                </a:solidFill>
                <a:latin typeface="Hiragino Sans"/>
                <a:ea typeface="Hiragino Sans"/>
                <a:cs typeface="Hiragino Sans"/>
              </a:rPr>
              <a:t>短尺動画・カット・テロップ</a:t>
            </a:r>
          </a:p>
        </p:txBody>
      </p:sp>
      <p:sp>
        <p:nvSpPr>
          <p:cNvPr id="15" name="">
            <a:extLst xmlns:a="http://schemas.openxmlformats.org/drawingml/2006/main">
              <a:ext uri="{FF2B5EF4-FFF2-40B4-BE49-F238E27FC236}">
                <a16:creationId xmlns:a16="http://schemas.microsoft.com/office/drawing/2014/main" id="{DE4B9C7C-716C-4213-BDEE-81BD550BA051}"/>
              </a:ext>
            </a:extLst>
          </p:cNvPr>
          <p:cNvSpPr>
            <a:spLocks xmlns:a="http://schemas.openxmlformats.org/drawingml/2006/main" noGrp="1"/>
          </p:cNvSpPr>
          <p:nvPr/>
        </p:nvSpPr>
        <p:spPr>
          <a:xfrm xmlns:a="http://schemas.openxmlformats.org/drawingml/2006/main">
            <a:off x="6572250" y="2914650"/>
            <a:ext cx="4286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FE9E3"/>
            </a:solidFill>
            <a:prstDash val="solid"/>
          </a:ln>
        </p:spPr>
      </p:sp>
      <p:sp>
        <p:nvSpPr>
          <p:cNvPr id="16" name="">
            <a:extLst xmlns:a="http://schemas.openxmlformats.org/drawingml/2006/main">
              <a:ext uri="{FF2B5EF4-FFF2-40B4-BE49-F238E27FC236}">
                <a16:creationId xmlns:a16="http://schemas.microsoft.com/office/drawing/2014/main" id="{89ADFB6D-A45C-4F83-B2EB-2B20212160C0}"/>
              </a:ext>
            </a:extLst>
          </p:cNvPr>
          <p:cNvSpPr>
            <a:spLocks xmlns:a="http://schemas.openxmlformats.org/drawingml/2006/main" noGrp="1"/>
          </p:cNvSpPr>
          <p:nvPr/>
        </p:nvSpPr>
        <p:spPr>
          <a:xfrm xmlns:a="http://schemas.openxmlformats.org/drawingml/2006/main">
            <a:off x="6800850" y="3076575"/>
            <a:ext cx="34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4D3B"/>
                </a:solidFill>
                <a:latin typeface="Hiragino Sans"/>
                <a:ea typeface="Hiragino Sans"/>
                <a:cs typeface="Hiragino Sans"/>
              </a:defRPr>
            </a:pPr>
            <a:r>
              <a:rPr sz="1200" b="1">
                <a:solidFill>
                  <a:srgbClr val="0F4D3B"/>
                </a:solidFill>
                <a:latin typeface="Hiragino Sans"/>
                <a:ea typeface="Hiragino Sans"/>
                <a:cs typeface="Hiragino Sans"/>
              </a:rPr>
              <a:t>03</a:t>
            </a:r>
          </a:p>
        </p:txBody>
      </p:sp>
      <p:sp>
        <p:nvSpPr>
          <p:cNvPr id="17" name="">
            <a:extLst xmlns:a="http://schemas.openxmlformats.org/drawingml/2006/main">
              <a:ext uri="{FF2B5EF4-FFF2-40B4-BE49-F238E27FC236}">
                <a16:creationId xmlns:a16="http://schemas.microsoft.com/office/drawing/2014/main" id="{DF236918-EC55-4CB0-9F04-7CFE114F115F}"/>
              </a:ext>
            </a:extLst>
          </p:cNvPr>
          <p:cNvSpPr>
            <a:spLocks xmlns:a="http://schemas.openxmlformats.org/drawingml/2006/main" noGrp="1"/>
          </p:cNvSpPr>
          <p:nvPr/>
        </p:nvSpPr>
        <p:spPr>
          <a:xfrm xmlns:a="http://schemas.openxmlformats.org/drawingml/2006/main">
            <a:off x="7315200" y="3067050"/>
            <a:ext cx="2000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3251F"/>
                </a:solidFill>
                <a:latin typeface="Hiragino Sans"/>
                <a:ea typeface="Hiragino Sans"/>
                <a:cs typeface="Hiragino Sans"/>
              </a:defRPr>
            </a:pPr>
            <a:r>
              <a:rPr sz="1575" b="1">
                <a:solidFill>
                  <a:srgbClr val="13251F"/>
                </a:solidFill>
                <a:latin typeface="Hiragino Sans"/>
                <a:ea typeface="Hiragino Sans"/>
                <a:cs typeface="Hiragino Sans"/>
              </a:rPr>
              <a:t>SNS活用</a:t>
            </a:r>
          </a:p>
        </p:txBody>
      </p:sp>
      <p:sp>
        <p:nvSpPr>
          <p:cNvPr id="18" name="">
            <a:extLst xmlns:a="http://schemas.openxmlformats.org/drawingml/2006/main">
              <a:ext uri="{FF2B5EF4-FFF2-40B4-BE49-F238E27FC236}">
                <a16:creationId xmlns:a16="http://schemas.microsoft.com/office/drawing/2014/main" id="{188AB699-106C-4FE3-9778-C38A124ECB7A}"/>
              </a:ext>
            </a:extLst>
          </p:cNvPr>
          <p:cNvSpPr>
            <a:spLocks xmlns:a="http://schemas.openxmlformats.org/drawingml/2006/main" noGrp="1"/>
          </p:cNvSpPr>
          <p:nvPr/>
        </p:nvSpPr>
        <p:spPr>
          <a:xfrm xmlns:a="http://schemas.openxmlformats.org/drawingml/2006/main">
            <a:off x="7315200" y="3371850"/>
            <a:ext cx="3257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5E6E68"/>
                </a:solidFill>
                <a:latin typeface="Hiragino Sans"/>
                <a:ea typeface="Hiragino Sans"/>
                <a:cs typeface="Hiragino Sans"/>
              </a:defRPr>
            </a:pPr>
            <a:r>
              <a:rPr sz="1013" b="0">
                <a:solidFill>
                  <a:srgbClr val="5E6E68"/>
                </a:solidFill>
                <a:latin typeface="Hiragino Sans"/>
                <a:ea typeface="Hiragino Sans"/>
                <a:cs typeface="Hiragino Sans"/>
              </a:rPr>
              <a:t>発信テーマ・投稿づくり・信頼形成</a:t>
            </a:r>
          </a:p>
        </p:txBody>
      </p:sp>
      <p:sp>
        <p:nvSpPr>
          <p:cNvPr id="19" name="">
            <a:extLst xmlns:a="http://schemas.openxmlformats.org/drawingml/2006/main">
              <a:ext uri="{FF2B5EF4-FFF2-40B4-BE49-F238E27FC236}">
                <a16:creationId xmlns:a16="http://schemas.microsoft.com/office/drawing/2014/main" id="{F7C234D8-F01F-4471-B1D0-68551507418F}"/>
              </a:ext>
            </a:extLst>
          </p:cNvPr>
          <p:cNvSpPr>
            <a:spLocks xmlns:a="http://schemas.openxmlformats.org/drawingml/2006/main" noGrp="1"/>
          </p:cNvSpPr>
          <p:nvPr/>
        </p:nvSpPr>
        <p:spPr>
          <a:xfrm xmlns:a="http://schemas.openxmlformats.org/drawingml/2006/main">
            <a:off x="6572250" y="3905250"/>
            <a:ext cx="4286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FE9E3"/>
            </a:solidFill>
            <a:prstDash val="solid"/>
          </a:ln>
        </p:spPr>
      </p:sp>
      <p:sp>
        <p:nvSpPr>
          <p:cNvPr id="20" name="">
            <a:extLst xmlns:a="http://schemas.openxmlformats.org/drawingml/2006/main">
              <a:ext uri="{FF2B5EF4-FFF2-40B4-BE49-F238E27FC236}">
                <a16:creationId xmlns:a16="http://schemas.microsoft.com/office/drawing/2014/main" id="{C623EF9A-09C0-484F-9F04-930A8308CC8E}"/>
              </a:ext>
            </a:extLst>
          </p:cNvPr>
          <p:cNvSpPr>
            <a:spLocks xmlns:a="http://schemas.openxmlformats.org/drawingml/2006/main" noGrp="1"/>
          </p:cNvSpPr>
          <p:nvPr/>
        </p:nvSpPr>
        <p:spPr>
          <a:xfrm xmlns:a="http://schemas.openxmlformats.org/drawingml/2006/main">
            <a:off x="6800850" y="4067175"/>
            <a:ext cx="34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4D3B"/>
                </a:solidFill>
                <a:latin typeface="Hiragino Sans"/>
                <a:ea typeface="Hiragino Sans"/>
                <a:cs typeface="Hiragino Sans"/>
              </a:defRPr>
            </a:pPr>
            <a:r>
              <a:rPr sz="1200" b="1">
                <a:solidFill>
                  <a:srgbClr val="0F4D3B"/>
                </a:solidFill>
                <a:latin typeface="Hiragino Sans"/>
                <a:ea typeface="Hiragino Sans"/>
                <a:cs typeface="Hiragino Sans"/>
              </a:rPr>
              <a:t>04</a:t>
            </a:r>
          </a:p>
        </p:txBody>
      </p:sp>
      <p:sp>
        <p:nvSpPr>
          <p:cNvPr id="21" name="">
            <a:extLst xmlns:a="http://schemas.openxmlformats.org/drawingml/2006/main">
              <a:ext uri="{FF2B5EF4-FFF2-40B4-BE49-F238E27FC236}">
                <a16:creationId xmlns:a16="http://schemas.microsoft.com/office/drawing/2014/main" id="{841CB4B6-0399-4EF3-B8F4-AEFFBA19F33B}"/>
              </a:ext>
            </a:extLst>
          </p:cNvPr>
          <p:cNvSpPr>
            <a:spLocks xmlns:a="http://schemas.openxmlformats.org/drawingml/2006/main" noGrp="1"/>
          </p:cNvSpPr>
          <p:nvPr/>
        </p:nvSpPr>
        <p:spPr>
          <a:xfrm xmlns:a="http://schemas.openxmlformats.org/drawingml/2006/main">
            <a:off x="7315200" y="4057650"/>
            <a:ext cx="2000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3251F"/>
                </a:solidFill>
                <a:latin typeface="Hiragino Sans"/>
                <a:ea typeface="Hiragino Sans"/>
                <a:cs typeface="Hiragino Sans"/>
              </a:defRPr>
            </a:pPr>
            <a:r>
              <a:rPr sz="1575" b="1">
                <a:solidFill>
                  <a:srgbClr val="13251F"/>
                </a:solidFill>
                <a:latin typeface="Hiragino Sans"/>
                <a:ea typeface="Hiragino Sans"/>
                <a:cs typeface="Hiragino Sans"/>
              </a:rPr>
              <a:t>AI活用</a:t>
            </a:r>
          </a:p>
        </p:txBody>
      </p:sp>
      <p:sp>
        <p:nvSpPr>
          <p:cNvPr id="22" name="">
            <a:extLst xmlns:a="http://schemas.openxmlformats.org/drawingml/2006/main">
              <a:ext uri="{FF2B5EF4-FFF2-40B4-BE49-F238E27FC236}">
                <a16:creationId xmlns:a16="http://schemas.microsoft.com/office/drawing/2014/main" id="{BB0FA1DE-5F22-4E49-9AF7-B8AF13BA7754}"/>
              </a:ext>
            </a:extLst>
          </p:cNvPr>
          <p:cNvSpPr>
            <a:spLocks xmlns:a="http://schemas.openxmlformats.org/drawingml/2006/main" noGrp="1"/>
          </p:cNvSpPr>
          <p:nvPr/>
        </p:nvSpPr>
        <p:spPr>
          <a:xfrm xmlns:a="http://schemas.openxmlformats.org/drawingml/2006/main">
            <a:off x="7315200" y="4362450"/>
            <a:ext cx="3257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5E6E68"/>
                </a:solidFill>
                <a:latin typeface="Hiragino Sans"/>
                <a:ea typeface="Hiragino Sans"/>
                <a:cs typeface="Hiragino Sans"/>
              </a:defRPr>
            </a:pPr>
            <a:r>
              <a:rPr sz="1013" b="0">
                <a:solidFill>
                  <a:srgbClr val="5E6E68"/>
                </a:solidFill>
                <a:latin typeface="Hiragino Sans"/>
                <a:ea typeface="Hiragino Sans"/>
                <a:cs typeface="Hiragino Sans"/>
              </a:rPr>
              <a:t>文章作成・アイデア出し・下準備</a:t>
            </a:r>
          </a:p>
        </p:txBody>
      </p:sp>
      <p:sp>
        <p:nvSpPr>
          <p:cNvPr id="23" name="">
            <a:extLst xmlns:a="http://schemas.openxmlformats.org/drawingml/2006/main">
              <a:ext uri="{FF2B5EF4-FFF2-40B4-BE49-F238E27FC236}">
                <a16:creationId xmlns:a16="http://schemas.microsoft.com/office/drawing/2014/main" id="{8BA03167-6759-476E-AC37-44E89CC34423}"/>
              </a:ext>
            </a:extLst>
          </p:cNvPr>
          <p:cNvSpPr>
            <a:spLocks xmlns:a="http://schemas.openxmlformats.org/drawingml/2006/main" noGrp="1"/>
          </p:cNvSpPr>
          <p:nvPr/>
        </p:nvSpPr>
        <p:spPr>
          <a:xfrm xmlns:a="http://schemas.openxmlformats.org/drawingml/2006/main">
            <a:off x="6572250" y="4895850"/>
            <a:ext cx="4286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FE9E3"/>
            </a:solidFill>
            <a:prstDash val="solid"/>
          </a:ln>
        </p:spPr>
      </p:sp>
      <p:sp>
        <p:nvSpPr>
          <p:cNvPr id="24" name="">
            <a:extLst xmlns:a="http://schemas.openxmlformats.org/drawingml/2006/main">
              <a:ext uri="{FF2B5EF4-FFF2-40B4-BE49-F238E27FC236}">
                <a16:creationId xmlns:a16="http://schemas.microsoft.com/office/drawing/2014/main" id="{62DD65E3-2071-443D-BC70-C171177B5D32}"/>
              </a:ext>
            </a:extLst>
          </p:cNvPr>
          <p:cNvSpPr>
            <a:spLocks xmlns:a="http://schemas.openxmlformats.org/drawingml/2006/main" noGrp="1"/>
          </p:cNvSpPr>
          <p:nvPr/>
        </p:nvSpPr>
        <p:spPr>
          <a:xfrm xmlns:a="http://schemas.openxmlformats.org/drawingml/2006/main">
            <a:off x="6800850" y="5057775"/>
            <a:ext cx="34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4D3B"/>
                </a:solidFill>
                <a:latin typeface="Hiragino Sans"/>
                <a:ea typeface="Hiragino Sans"/>
                <a:cs typeface="Hiragino Sans"/>
              </a:defRPr>
            </a:pPr>
            <a:r>
              <a:rPr sz="1200" b="1">
                <a:solidFill>
                  <a:srgbClr val="0F4D3B"/>
                </a:solidFill>
                <a:latin typeface="Hiragino Sans"/>
                <a:ea typeface="Hiragino Sans"/>
                <a:cs typeface="Hiragino Sans"/>
              </a:rPr>
              <a:t>05</a:t>
            </a:r>
          </a:p>
        </p:txBody>
      </p:sp>
      <p:sp>
        <p:nvSpPr>
          <p:cNvPr id="25" name="">
            <a:extLst xmlns:a="http://schemas.openxmlformats.org/drawingml/2006/main">
              <a:ext uri="{FF2B5EF4-FFF2-40B4-BE49-F238E27FC236}">
                <a16:creationId xmlns:a16="http://schemas.microsoft.com/office/drawing/2014/main" id="{C5A3F64A-36A8-4F7F-9F61-CC5E23BC35BB}"/>
              </a:ext>
            </a:extLst>
          </p:cNvPr>
          <p:cNvSpPr>
            <a:spLocks xmlns:a="http://schemas.openxmlformats.org/drawingml/2006/main" noGrp="1"/>
          </p:cNvSpPr>
          <p:nvPr/>
        </p:nvSpPr>
        <p:spPr>
          <a:xfrm xmlns:a="http://schemas.openxmlformats.org/drawingml/2006/main">
            <a:off x="7315200" y="5048250"/>
            <a:ext cx="2000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3251F"/>
                </a:solidFill>
                <a:latin typeface="Hiragino Sans"/>
                <a:ea typeface="Hiragino Sans"/>
                <a:cs typeface="Hiragino Sans"/>
              </a:defRPr>
            </a:pPr>
            <a:r>
              <a:rPr sz="1575" b="1">
                <a:solidFill>
                  <a:srgbClr val="13251F"/>
                </a:solidFill>
                <a:latin typeface="Hiragino Sans"/>
                <a:ea typeface="Hiragino Sans"/>
                <a:cs typeface="Hiragino Sans"/>
              </a:rPr>
              <a:t>営業基礎</a:t>
            </a:r>
          </a:p>
        </p:txBody>
      </p:sp>
      <p:sp>
        <p:nvSpPr>
          <p:cNvPr id="26" name="">
            <a:extLst xmlns:a="http://schemas.openxmlformats.org/drawingml/2006/main">
              <a:ext uri="{FF2B5EF4-FFF2-40B4-BE49-F238E27FC236}">
                <a16:creationId xmlns:a16="http://schemas.microsoft.com/office/drawing/2014/main" id="{00E50213-29EB-4608-9AF5-7B7B94EF35D5}"/>
              </a:ext>
            </a:extLst>
          </p:cNvPr>
          <p:cNvSpPr>
            <a:spLocks xmlns:a="http://schemas.openxmlformats.org/drawingml/2006/main" noGrp="1"/>
          </p:cNvSpPr>
          <p:nvPr/>
        </p:nvSpPr>
        <p:spPr>
          <a:xfrm xmlns:a="http://schemas.openxmlformats.org/drawingml/2006/main">
            <a:off x="7315200" y="5353050"/>
            <a:ext cx="3257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5E6E68"/>
                </a:solidFill>
                <a:latin typeface="Hiragino Sans"/>
                <a:ea typeface="Hiragino Sans"/>
                <a:cs typeface="Hiragino Sans"/>
              </a:defRPr>
            </a:pPr>
            <a:r>
              <a:rPr sz="1013" b="0">
                <a:solidFill>
                  <a:srgbClr val="5E6E68"/>
                </a:solidFill>
                <a:latin typeface="Hiragino Sans"/>
                <a:ea typeface="Hiragino Sans"/>
                <a:cs typeface="Hiragino Sans"/>
              </a:rPr>
              <a:t>提案・実績の見せ方・仕事準備</a:t>
            </a:r>
          </a:p>
        </p:txBody>
      </p:sp>
      <p:sp>
        <p:nvSpPr>
          <p:cNvPr id="27" name="">
            <a:extLst xmlns:a="http://schemas.openxmlformats.org/drawingml/2006/main">
              <a:ext uri="{FF2B5EF4-FFF2-40B4-BE49-F238E27FC236}">
                <a16:creationId xmlns:a16="http://schemas.microsoft.com/office/drawing/2014/main" id="{3ABE16BD-32C6-4477-B70C-CF4DB6EB61EB}"/>
              </a:ext>
            </a:extLst>
          </p:cNvPr>
          <p:cNvSpPr>
            <a:spLocks xmlns:a="http://schemas.openxmlformats.org/drawingml/2006/main" noGrp="1"/>
          </p:cNvSpPr>
          <p:nvPr/>
        </p:nvSpPr>
        <p:spPr>
          <a:xfrm xmlns:a="http://schemas.openxmlformats.org/drawingml/2006/main">
            <a:off x="685800" y="6419850"/>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789087"/>
                </a:solidFill>
                <a:latin typeface="Hiragino Sans"/>
                <a:ea typeface="Hiragino Sans"/>
                <a:cs typeface="Hiragino Sans"/>
              </a:defRPr>
            </a:pPr>
            <a:r>
              <a:rPr sz="825" b="0">
                <a:solidFill>
                  <a:srgbClr val="789087"/>
                </a:solidFill>
                <a:latin typeface="Hiragino Sans"/>
                <a:ea typeface="Hiragino Sans"/>
                <a:cs typeface="Hiragino Sans"/>
              </a:rPr>
              <a:t>GrowLink introduction</a:t>
            </a:r>
          </a:p>
        </p:txBody>
      </p:sp>
      <p:sp>
        <p:nvSpPr>
          <p:cNvPr id="28" name="">
            <a:extLst xmlns:a="http://schemas.openxmlformats.org/drawingml/2006/main">
              <a:ext uri="{FF2B5EF4-FFF2-40B4-BE49-F238E27FC236}">
                <a16:creationId xmlns:a16="http://schemas.microsoft.com/office/drawing/2014/main" id="{9524F026-5620-4E1B-8E21-015F23537719}"/>
              </a:ext>
            </a:extLst>
          </p:cNvPr>
          <p:cNvSpPr>
            <a:spLocks xmlns:a="http://schemas.openxmlformats.org/drawingml/2006/main" noGrp="1"/>
          </p:cNvSpPr>
          <p:nvPr/>
        </p:nvSpPr>
        <p:spPr>
          <a:xfrm xmlns:a="http://schemas.openxmlformats.org/drawingml/2006/main">
            <a:off x="10820400" y="6400800"/>
            <a:ext cx="68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4D3B"/>
                </a:solidFill>
                <a:latin typeface="Hiragino Sans"/>
                <a:ea typeface="Hiragino Sans"/>
                <a:cs typeface="Hiragino Sans"/>
              </a:defRPr>
            </a:pPr>
            <a:r>
              <a:rPr sz="975" b="1">
                <a:solidFill>
                  <a:srgbClr val="0F4D3B"/>
                </a:solidFill>
                <a:latin typeface="Hiragino Sans"/>
                <a:ea typeface="Hiragino Sans"/>
                <a:cs typeface="Hiragino Sans"/>
              </a:rPr>
              <a:t>04</a:t>
            </a:r>
          </a:p>
        </p:txBody>
      </p:sp>
    </p:spTree>
    <p:extLst>
      <p:ext uri="{BB962C8B-B14F-4D97-AF65-F5344CB8AC3E}">
        <p14:creationId xmlns:p14="http://schemas.microsoft.com/office/powerpoint/2010/main" val="42224714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53423C-E47E-4D51-AABA-E1787E2E46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4D3B"/>
          </a:solidFill>
          <a:ln xmlns:a="http://schemas.openxmlformats.org/drawingml/2006/main" w="0">
            <a:solidFill>
              <a:srgbClr val="0F4D3B"/>
            </a:solidFill>
            <a:prstDash val="solid"/>
          </a:ln>
        </p:spPr>
      </p:sp>
      <p:sp>
        <p:nvSpPr>
          <p:cNvPr id="2" name="">
            <a:extLst xmlns:a="http://schemas.openxmlformats.org/drawingml/2006/main">
              <a:ext uri="{FF2B5EF4-FFF2-40B4-BE49-F238E27FC236}">
                <a16:creationId xmlns:a16="http://schemas.microsoft.com/office/drawing/2014/main" id="{27B42D59-9A79-4667-B065-E927CE145BD4}"/>
              </a:ext>
            </a:extLst>
          </p:cNvPr>
          <p:cNvSpPr>
            <a:spLocks xmlns:a="http://schemas.openxmlformats.org/drawingml/2006/main" noGrp="1"/>
          </p:cNvSpPr>
          <p:nvPr/>
        </p:nvSpPr>
        <p:spPr>
          <a:xfrm xmlns:a="http://schemas.openxmlformats.org/drawingml/2006/main">
            <a:off x="552450" y="361950"/>
            <a:ext cx="1828800" cy="5905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52baaadf54b440fc"/>
          <a:stretch xmlns:a="http://schemas.openxmlformats.org/drawingml/2006/main"/>
        </p:blipFill>
        <p:spPr>
          <a:xfrm xmlns:a="http://schemas.openxmlformats.org/drawingml/2006/main">
            <a:off x="685800" y="477810"/>
            <a:ext cx="1562100" cy="368355"/>
          </a:xfrm>
          <a:prstGeom xmlns:a="http://schemas.openxmlformats.org/drawingml/2006/main" prst="rect">
            <a:avLst/>
          </a:prstGeom>
        </p:spPr>
      </p:pic>
      <p:sp>
        <p:nvSpPr>
          <p:cNvPr id="4" name="kicker-marker">
            <a:extLst xmlns:a="http://schemas.openxmlformats.org/drawingml/2006/main">
              <a:ext uri="{FF2B5EF4-FFF2-40B4-BE49-F238E27FC236}">
                <a16:creationId xmlns:a16="http://schemas.microsoft.com/office/drawing/2014/main" id="{B337D5C8-AC89-443E-B169-D723E279058A}"/>
              </a:ext>
            </a:extLst>
          </p:cNvPr>
          <p:cNvSpPr>
            <a:spLocks xmlns:a="http://schemas.openxmlformats.org/drawingml/2006/main" noGrp="1"/>
          </p:cNvSpPr>
          <p:nvPr/>
        </p:nvSpPr>
        <p:spPr>
          <a:xfrm xmlns:a="http://schemas.openxmlformats.org/drawingml/2006/main">
            <a:off x="685800" y="1276350"/>
            <a:ext cx="247650" cy="38100"/>
          </a:xfrm>
          <a:prstGeom xmlns:a="http://schemas.openxmlformats.org/drawingml/2006/main" prst="rect">
            <a:avLst/>
          </a:prstGeom>
          <a:solidFill xmlns:a="http://schemas.openxmlformats.org/drawingml/2006/main">
            <a:srgbClr val="7CCF86"/>
          </a:solidFill>
          <a:ln xmlns:a="http://schemas.openxmlformats.org/drawingml/2006/main" w="0">
            <a:solidFill>
              <a:srgbClr val="7CCF86"/>
            </a:solidFill>
            <a:prstDash val="solid"/>
          </a:ln>
        </p:spPr>
      </p:sp>
      <p:sp>
        <p:nvSpPr>
          <p:cNvPr id="5" name="kicker-label">
            <a:extLst xmlns:a="http://schemas.openxmlformats.org/drawingml/2006/main">
              <a:ext uri="{FF2B5EF4-FFF2-40B4-BE49-F238E27FC236}">
                <a16:creationId xmlns:a16="http://schemas.microsoft.com/office/drawing/2014/main" id="{2124D45E-F8F7-43FD-8A84-2BC69556E930}"/>
              </a:ext>
            </a:extLst>
          </p:cNvPr>
          <p:cNvSpPr>
            <a:spLocks xmlns:a="http://schemas.openxmlformats.org/drawingml/2006/main" noGrp="1"/>
          </p:cNvSpPr>
          <p:nvPr/>
        </p:nvSpPr>
        <p:spPr>
          <a:xfrm xmlns:a="http://schemas.openxmlformats.org/drawingml/2006/main">
            <a:off x="1047750" y="12001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CCF86"/>
                </a:solidFill>
                <a:latin typeface="Hiragino Sans"/>
                <a:ea typeface="Hiragino Sans"/>
                <a:cs typeface="Hiragino Sans"/>
              </a:defRPr>
            </a:pPr>
            <a:r>
              <a:rPr sz="900" b="1">
                <a:solidFill>
                  <a:srgbClr val="7CCF86"/>
                </a:solidFill>
                <a:latin typeface="Hiragino Sans"/>
                <a:ea typeface="Hiragino Sans"/>
                <a:cs typeface="Hiragino Sans"/>
              </a:rPr>
              <a:t>10 WEEK ROADMAP</a:t>
            </a:r>
          </a:p>
        </p:txBody>
      </p:sp>
      <p:sp>
        <p:nvSpPr>
          <p:cNvPr id="6" name="">
            <a:extLst xmlns:a="http://schemas.openxmlformats.org/drawingml/2006/main">
              <a:ext uri="{FF2B5EF4-FFF2-40B4-BE49-F238E27FC236}">
                <a16:creationId xmlns:a16="http://schemas.microsoft.com/office/drawing/2014/main" id="{576DB060-F68E-460C-A88F-2990B1D19DC1}"/>
              </a:ext>
            </a:extLst>
          </p:cNvPr>
          <p:cNvSpPr>
            <a:spLocks xmlns:a="http://schemas.openxmlformats.org/drawingml/2006/main" noGrp="1"/>
          </p:cNvSpPr>
          <p:nvPr/>
        </p:nvSpPr>
        <p:spPr>
          <a:xfrm xmlns:a="http://schemas.openxmlformats.org/drawingml/2006/main">
            <a:off x="685800" y="1562100"/>
            <a:ext cx="62865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Hiragino Sans"/>
                <a:ea typeface="Hiragino Sans"/>
                <a:cs typeface="Hiragino Sans"/>
              </a:defRPr>
            </a:pPr>
            <a:r>
              <a:rPr sz="3000" b="1">
                <a:solidFill>
                  <a:srgbClr val="FFFFFF"/>
                </a:solidFill>
                <a:latin typeface="Hiragino Sans"/>
                <a:ea typeface="Hiragino Sans"/>
                <a:cs typeface="Hiragino Sans"/>
              </a:rPr>
              <a:t>焦らず、でも止まらず。</a:t>
            </a:r>
          </a:p>
          <a:p xmlns:a="http://schemas.openxmlformats.org/drawingml/2006/main">
            <a:pPr algn="l">
              <a:defRPr sz="3000" b="1">
                <a:solidFill>
                  <a:srgbClr val="FFFFFF"/>
                </a:solidFill>
                <a:latin typeface="Hiragino Sans"/>
                <a:ea typeface="Hiragino Sans"/>
                <a:cs typeface="Hiragino Sans"/>
              </a:defRPr>
            </a:pPr>
            <a:r>
              <a:rPr sz="3000" b="1">
                <a:solidFill>
                  <a:srgbClr val="FFFFFF"/>
                </a:solidFill>
                <a:latin typeface="Hiragino Sans"/>
                <a:ea typeface="Hiragino Sans"/>
                <a:cs typeface="Hiragino Sans"/>
              </a:rPr>
              <a:t>自分のペースで進む10週間。</a:t>
            </a:r>
          </a:p>
        </p:txBody>
      </p:sp>
      <p:sp>
        <p:nvSpPr>
          <p:cNvPr id="7" name="">
            <a:extLst xmlns:a="http://schemas.openxmlformats.org/drawingml/2006/main">
              <a:ext uri="{FF2B5EF4-FFF2-40B4-BE49-F238E27FC236}">
                <a16:creationId xmlns:a16="http://schemas.microsoft.com/office/drawing/2014/main" id="{948FBEB0-ACD1-4888-9DA6-F19D755F2B28}"/>
              </a:ext>
            </a:extLst>
          </p:cNvPr>
          <p:cNvSpPr>
            <a:spLocks xmlns:a="http://schemas.openxmlformats.org/drawingml/2006/main" noGrp="1"/>
          </p:cNvSpPr>
          <p:nvPr/>
        </p:nvSpPr>
        <p:spPr>
          <a:xfrm xmlns:a="http://schemas.openxmlformats.org/drawingml/2006/main">
            <a:off x="723900" y="2800350"/>
            <a:ext cx="5334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BEEE6"/>
                </a:solidFill>
                <a:latin typeface="Hiragino Sans"/>
                <a:ea typeface="Hiragino Sans"/>
                <a:cs typeface="Hiragino Sans"/>
              </a:defRPr>
            </a:pPr>
            <a:r>
              <a:rPr sz="1425" b="0">
                <a:solidFill>
                  <a:srgbClr val="DBEEE6"/>
                </a:solidFill>
                <a:latin typeface="Hiragino Sans"/>
                <a:ea typeface="Hiragino Sans"/>
                <a:cs typeface="Hiragino Sans"/>
              </a:rPr>
              <a:t>短い学習と小さな課題で、興味の棚卸しから制作、提案準備までを段階的に進めます。</a:t>
            </a:r>
          </a:p>
        </p:txBody>
      </p:sp>
      <p:sp>
        <p:nvSpPr>
          <p:cNvPr id="8" name="">
            <a:extLst xmlns:a="http://schemas.openxmlformats.org/drawingml/2006/main">
              <a:ext uri="{FF2B5EF4-FFF2-40B4-BE49-F238E27FC236}">
                <a16:creationId xmlns:a16="http://schemas.microsoft.com/office/drawing/2014/main" id="{23F5C446-E77F-4A81-AED1-A91282C076A4}"/>
              </a:ext>
            </a:extLst>
          </p:cNvPr>
          <p:cNvSpPr>
            <a:spLocks xmlns:a="http://schemas.openxmlformats.org/drawingml/2006/main" noGrp="1"/>
          </p:cNvSpPr>
          <p:nvPr/>
        </p:nvSpPr>
        <p:spPr>
          <a:xfrm xmlns:a="http://schemas.openxmlformats.org/drawingml/2006/main">
            <a:off x="1095375" y="4572000"/>
            <a:ext cx="9429750" cy="28575"/>
          </a:xfrm>
          <a:prstGeom xmlns:a="http://schemas.openxmlformats.org/drawingml/2006/main" prst="rect">
            <a:avLst/>
          </a:prstGeom>
          <a:solidFill xmlns:a="http://schemas.openxmlformats.org/drawingml/2006/main">
            <a:srgbClr val="7CCF86"/>
          </a:solidFill>
          <a:ln xmlns:a="http://schemas.openxmlformats.org/drawingml/2006/main" w="0">
            <a:solidFill>
              <a:srgbClr val="7CCF86"/>
            </a:solidFill>
            <a:prstDash val="solid"/>
          </a:ln>
        </p:spPr>
      </p:sp>
      <p:sp>
        <p:nvSpPr>
          <p:cNvPr id="9" name="">
            <a:extLst xmlns:a="http://schemas.openxmlformats.org/drawingml/2006/main">
              <a:ext uri="{FF2B5EF4-FFF2-40B4-BE49-F238E27FC236}">
                <a16:creationId xmlns:a16="http://schemas.microsoft.com/office/drawing/2014/main" id="{25D018E2-4274-4A47-A8F1-A797A77FD85A}"/>
              </a:ext>
            </a:extLst>
          </p:cNvPr>
          <p:cNvSpPr>
            <a:spLocks xmlns:a="http://schemas.openxmlformats.org/drawingml/2006/main" noGrp="1"/>
          </p:cNvSpPr>
          <p:nvPr/>
        </p:nvSpPr>
        <p:spPr>
          <a:xfrm xmlns:a="http://schemas.openxmlformats.org/drawingml/2006/main">
            <a:off x="1009650" y="4248150"/>
            <a:ext cx="742950" cy="7429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94609094-2938-4A63-9C2F-BCBCED1C8A7C}"/>
              </a:ext>
            </a:extLst>
          </p:cNvPr>
          <p:cNvSpPr>
            <a:spLocks xmlns:a="http://schemas.openxmlformats.org/drawingml/2006/main" noGrp="1"/>
          </p:cNvSpPr>
          <p:nvPr/>
        </p:nvSpPr>
        <p:spPr>
          <a:xfrm xmlns:a="http://schemas.openxmlformats.org/drawingml/2006/main">
            <a:off x="1009650" y="4391025"/>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F4D3B"/>
                </a:solidFill>
                <a:latin typeface="Hiragino Sans"/>
                <a:ea typeface="Hiragino Sans"/>
                <a:cs typeface="Hiragino Sans"/>
              </a:defRPr>
            </a:pPr>
            <a:r>
              <a:rPr sz="1050" b="1">
                <a:solidFill>
                  <a:srgbClr val="0F4D3B"/>
                </a:solidFill>
                <a:latin typeface="Hiragino Sans"/>
                <a:ea typeface="Hiragino Sans"/>
                <a:cs typeface="Hiragino Sans"/>
              </a:rPr>
              <a:t>W1-2</a:t>
            </a:r>
          </a:p>
        </p:txBody>
      </p:sp>
      <p:sp>
        <p:nvSpPr>
          <p:cNvPr id="11" name="">
            <a:extLst xmlns:a="http://schemas.openxmlformats.org/drawingml/2006/main">
              <a:ext uri="{FF2B5EF4-FFF2-40B4-BE49-F238E27FC236}">
                <a16:creationId xmlns:a16="http://schemas.microsoft.com/office/drawing/2014/main" id="{E8BA61A2-0032-4F7C-8B1A-B7F0F654438D}"/>
              </a:ext>
            </a:extLst>
          </p:cNvPr>
          <p:cNvSpPr>
            <a:spLocks xmlns:a="http://schemas.openxmlformats.org/drawingml/2006/main" noGrp="1"/>
          </p:cNvSpPr>
          <p:nvPr/>
        </p:nvSpPr>
        <p:spPr>
          <a:xfrm xmlns:a="http://schemas.openxmlformats.org/drawingml/2006/main">
            <a:off x="685800" y="5143500"/>
            <a:ext cx="1390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棚卸し</a:t>
            </a:r>
          </a:p>
        </p:txBody>
      </p:sp>
      <p:sp>
        <p:nvSpPr>
          <p:cNvPr id="12" name="">
            <a:extLst xmlns:a="http://schemas.openxmlformats.org/drawingml/2006/main">
              <a:ext uri="{FF2B5EF4-FFF2-40B4-BE49-F238E27FC236}">
                <a16:creationId xmlns:a16="http://schemas.microsoft.com/office/drawing/2014/main" id="{DCD521A0-1A1D-4F78-AEC9-D6E3D850C7EE}"/>
              </a:ext>
            </a:extLst>
          </p:cNvPr>
          <p:cNvSpPr>
            <a:spLocks xmlns:a="http://schemas.openxmlformats.org/drawingml/2006/main" noGrp="1"/>
          </p:cNvSpPr>
          <p:nvPr/>
        </p:nvSpPr>
        <p:spPr>
          <a:xfrm xmlns:a="http://schemas.openxmlformats.org/drawingml/2006/main">
            <a:off x="552450" y="5486400"/>
            <a:ext cx="1657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13" b="0">
                <a:solidFill>
                  <a:srgbClr val="DBEEE6"/>
                </a:solidFill>
                <a:latin typeface="Hiragino Sans"/>
                <a:ea typeface="Hiragino Sans"/>
                <a:cs typeface="Hiragino Sans"/>
              </a:defRPr>
            </a:pPr>
            <a:r>
              <a:rPr sz="1013" b="0">
                <a:solidFill>
                  <a:srgbClr val="DBEEE6"/>
                </a:solidFill>
                <a:latin typeface="Hiragino Sans"/>
                <a:ea typeface="Hiragino Sans"/>
                <a:cs typeface="Hiragino Sans"/>
              </a:rPr>
              <a:t>興味・時間・目標を整理</a:t>
            </a:r>
          </a:p>
        </p:txBody>
      </p:sp>
      <p:sp>
        <p:nvSpPr>
          <p:cNvPr id="13" name="">
            <a:extLst xmlns:a="http://schemas.openxmlformats.org/drawingml/2006/main">
              <a:ext uri="{FF2B5EF4-FFF2-40B4-BE49-F238E27FC236}">
                <a16:creationId xmlns:a16="http://schemas.microsoft.com/office/drawing/2014/main" id="{C40EB2BE-1323-41B8-A80C-800F153A4CFD}"/>
              </a:ext>
            </a:extLst>
          </p:cNvPr>
          <p:cNvSpPr>
            <a:spLocks xmlns:a="http://schemas.openxmlformats.org/drawingml/2006/main" noGrp="1"/>
          </p:cNvSpPr>
          <p:nvPr/>
        </p:nvSpPr>
        <p:spPr>
          <a:xfrm xmlns:a="http://schemas.openxmlformats.org/drawingml/2006/main">
            <a:off x="3371850" y="4248150"/>
            <a:ext cx="742950" cy="7429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E5F73592-5E94-466F-BA3C-DF32CAD74AE2}"/>
              </a:ext>
            </a:extLst>
          </p:cNvPr>
          <p:cNvSpPr>
            <a:spLocks xmlns:a="http://schemas.openxmlformats.org/drawingml/2006/main" noGrp="1"/>
          </p:cNvSpPr>
          <p:nvPr/>
        </p:nvSpPr>
        <p:spPr>
          <a:xfrm xmlns:a="http://schemas.openxmlformats.org/drawingml/2006/main">
            <a:off x="3371850" y="4391025"/>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F4D3B"/>
                </a:solidFill>
                <a:latin typeface="Hiragino Sans"/>
                <a:ea typeface="Hiragino Sans"/>
                <a:cs typeface="Hiragino Sans"/>
              </a:defRPr>
            </a:pPr>
            <a:r>
              <a:rPr sz="1050" b="1">
                <a:solidFill>
                  <a:srgbClr val="0F4D3B"/>
                </a:solidFill>
                <a:latin typeface="Hiragino Sans"/>
                <a:ea typeface="Hiragino Sans"/>
                <a:cs typeface="Hiragino Sans"/>
              </a:rPr>
              <a:t>W3-4</a:t>
            </a:r>
          </a:p>
        </p:txBody>
      </p:sp>
      <p:sp>
        <p:nvSpPr>
          <p:cNvPr id="15" name="">
            <a:extLst xmlns:a="http://schemas.openxmlformats.org/drawingml/2006/main">
              <a:ext uri="{FF2B5EF4-FFF2-40B4-BE49-F238E27FC236}">
                <a16:creationId xmlns:a16="http://schemas.microsoft.com/office/drawing/2014/main" id="{B133CF45-F286-4F45-9A6D-80EE246BDD03}"/>
              </a:ext>
            </a:extLst>
          </p:cNvPr>
          <p:cNvSpPr>
            <a:spLocks xmlns:a="http://schemas.openxmlformats.org/drawingml/2006/main" noGrp="1"/>
          </p:cNvSpPr>
          <p:nvPr/>
        </p:nvSpPr>
        <p:spPr>
          <a:xfrm xmlns:a="http://schemas.openxmlformats.org/drawingml/2006/main">
            <a:off x="3048000" y="5143500"/>
            <a:ext cx="1390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制作基礎</a:t>
            </a:r>
          </a:p>
        </p:txBody>
      </p:sp>
      <p:sp>
        <p:nvSpPr>
          <p:cNvPr id="16" name="">
            <a:extLst xmlns:a="http://schemas.openxmlformats.org/drawingml/2006/main">
              <a:ext uri="{FF2B5EF4-FFF2-40B4-BE49-F238E27FC236}">
                <a16:creationId xmlns:a16="http://schemas.microsoft.com/office/drawing/2014/main" id="{13AAE451-38F8-48C6-A91C-37400B3CC477}"/>
              </a:ext>
            </a:extLst>
          </p:cNvPr>
          <p:cNvSpPr>
            <a:spLocks xmlns:a="http://schemas.openxmlformats.org/drawingml/2006/main" noGrp="1"/>
          </p:cNvSpPr>
          <p:nvPr/>
        </p:nvSpPr>
        <p:spPr>
          <a:xfrm xmlns:a="http://schemas.openxmlformats.org/drawingml/2006/main">
            <a:off x="2914650" y="5486400"/>
            <a:ext cx="1657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13" b="0">
                <a:solidFill>
                  <a:srgbClr val="DBEEE6"/>
                </a:solidFill>
                <a:latin typeface="Hiragino Sans"/>
                <a:ea typeface="Hiragino Sans"/>
                <a:cs typeface="Hiragino Sans"/>
              </a:defRPr>
            </a:pPr>
            <a:r>
              <a:rPr sz="1013" b="0">
                <a:solidFill>
                  <a:srgbClr val="DBEEE6"/>
                </a:solidFill>
                <a:latin typeface="Hiragino Sans"/>
                <a:ea typeface="Hiragino Sans"/>
                <a:cs typeface="Hiragino Sans"/>
              </a:rPr>
              <a:t>デザインと動画を試す</a:t>
            </a:r>
          </a:p>
        </p:txBody>
      </p:sp>
      <p:sp>
        <p:nvSpPr>
          <p:cNvPr id="17" name="">
            <a:extLst xmlns:a="http://schemas.openxmlformats.org/drawingml/2006/main">
              <a:ext uri="{FF2B5EF4-FFF2-40B4-BE49-F238E27FC236}">
                <a16:creationId xmlns:a16="http://schemas.microsoft.com/office/drawing/2014/main" id="{8E10856B-9300-4340-8E8E-BF224BAD3A69}"/>
              </a:ext>
            </a:extLst>
          </p:cNvPr>
          <p:cNvSpPr>
            <a:spLocks xmlns:a="http://schemas.openxmlformats.org/drawingml/2006/main" noGrp="1"/>
          </p:cNvSpPr>
          <p:nvPr/>
        </p:nvSpPr>
        <p:spPr>
          <a:xfrm xmlns:a="http://schemas.openxmlformats.org/drawingml/2006/main">
            <a:off x="5734050" y="4248150"/>
            <a:ext cx="742950" cy="7429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8" name="">
            <a:extLst xmlns:a="http://schemas.openxmlformats.org/drawingml/2006/main">
              <a:ext uri="{FF2B5EF4-FFF2-40B4-BE49-F238E27FC236}">
                <a16:creationId xmlns:a16="http://schemas.microsoft.com/office/drawing/2014/main" id="{B821751A-E1E0-413E-87A1-22CBD6309D29}"/>
              </a:ext>
            </a:extLst>
          </p:cNvPr>
          <p:cNvSpPr>
            <a:spLocks xmlns:a="http://schemas.openxmlformats.org/drawingml/2006/main" noGrp="1"/>
          </p:cNvSpPr>
          <p:nvPr/>
        </p:nvSpPr>
        <p:spPr>
          <a:xfrm xmlns:a="http://schemas.openxmlformats.org/drawingml/2006/main">
            <a:off x="5734050" y="4391025"/>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F4D3B"/>
                </a:solidFill>
                <a:latin typeface="Hiragino Sans"/>
                <a:ea typeface="Hiragino Sans"/>
                <a:cs typeface="Hiragino Sans"/>
              </a:defRPr>
            </a:pPr>
            <a:r>
              <a:rPr sz="1050" b="1">
                <a:solidFill>
                  <a:srgbClr val="0F4D3B"/>
                </a:solidFill>
                <a:latin typeface="Hiragino Sans"/>
                <a:ea typeface="Hiragino Sans"/>
                <a:cs typeface="Hiragino Sans"/>
              </a:rPr>
              <a:t>W5-6</a:t>
            </a:r>
          </a:p>
        </p:txBody>
      </p:sp>
      <p:sp>
        <p:nvSpPr>
          <p:cNvPr id="19" name="">
            <a:extLst xmlns:a="http://schemas.openxmlformats.org/drawingml/2006/main">
              <a:ext uri="{FF2B5EF4-FFF2-40B4-BE49-F238E27FC236}">
                <a16:creationId xmlns:a16="http://schemas.microsoft.com/office/drawing/2014/main" id="{0DDA0554-AE4C-4F70-8EA3-66F36D09D27B}"/>
              </a:ext>
            </a:extLst>
          </p:cNvPr>
          <p:cNvSpPr>
            <a:spLocks xmlns:a="http://schemas.openxmlformats.org/drawingml/2006/main" noGrp="1"/>
          </p:cNvSpPr>
          <p:nvPr/>
        </p:nvSpPr>
        <p:spPr>
          <a:xfrm xmlns:a="http://schemas.openxmlformats.org/drawingml/2006/main">
            <a:off x="5410200" y="5143500"/>
            <a:ext cx="1390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発信とAI</a:t>
            </a:r>
          </a:p>
        </p:txBody>
      </p:sp>
      <p:sp>
        <p:nvSpPr>
          <p:cNvPr id="20" name="">
            <a:extLst xmlns:a="http://schemas.openxmlformats.org/drawingml/2006/main">
              <a:ext uri="{FF2B5EF4-FFF2-40B4-BE49-F238E27FC236}">
                <a16:creationId xmlns:a16="http://schemas.microsoft.com/office/drawing/2014/main" id="{5FBF7208-B6EC-46F6-B10D-DB0FBD151708}"/>
              </a:ext>
            </a:extLst>
          </p:cNvPr>
          <p:cNvSpPr>
            <a:spLocks xmlns:a="http://schemas.openxmlformats.org/drawingml/2006/main" noGrp="1"/>
          </p:cNvSpPr>
          <p:nvPr/>
        </p:nvSpPr>
        <p:spPr>
          <a:xfrm xmlns:a="http://schemas.openxmlformats.org/drawingml/2006/main">
            <a:off x="5276850" y="5486400"/>
            <a:ext cx="1657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13" b="0">
                <a:solidFill>
                  <a:srgbClr val="DBEEE6"/>
                </a:solidFill>
                <a:latin typeface="Hiragino Sans"/>
                <a:ea typeface="Hiragino Sans"/>
                <a:cs typeface="Hiragino Sans"/>
              </a:defRPr>
            </a:pPr>
            <a:r>
              <a:rPr sz="1013" b="0">
                <a:solidFill>
                  <a:srgbClr val="DBEEE6"/>
                </a:solidFill>
                <a:latin typeface="Hiragino Sans"/>
                <a:ea typeface="Hiragino Sans"/>
                <a:cs typeface="Hiragino Sans"/>
              </a:rPr>
              <a:t>SNSとAIで作業を軽く</a:t>
            </a:r>
          </a:p>
        </p:txBody>
      </p:sp>
      <p:sp>
        <p:nvSpPr>
          <p:cNvPr id="21" name="">
            <a:extLst xmlns:a="http://schemas.openxmlformats.org/drawingml/2006/main">
              <a:ext uri="{FF2B5EF4-FFF2-40B4-BE49-F238E27FC236}">
                <a16:creationId xmlns:a16="http://schemas.microsoft.com/office/drawing/2014/main" id="{DA3CDE68-2B05-4900-BD76-ABB6142E048E}"/>
              </a:ext>
            </a:extLst>
          </p:cNvPr>
          <p:cNvSpPr>
            <a:spLocks xmlns:a="http://schemas.openxmlformats.org/drawingml/2006/main" noGrp="1"/>
          </p:cNvSpPr>
          <p:nvPr/>
        </p:nvSpPr>
        <p:spPr>
          <a:xfrm xmlns:a="http://schemas.openxmlformats.org/drawingml/2006/main">
            <a:off x="8096250" y="4248150"/>
            <a:ext cx="742950" cy="7429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2" name="">
            <a:extLst xmlns:a="http://schemas.openxmlformats.org/drawingml/2006/main">
              <a:ext uri="{FF2B5EF4-FFF2-40B4-BE49-F238E27FC236}">
                <a16:creationId xmlns:a16="http://schemas.microsoft.com/office/drawing/2014/main" id="{81F70D77-D64F-4806-9688-290ACF7E4693}"/>
              </a:ext>
            </a:extLst>
          </p:cNvPr>
          <p:cNvSpPr>
            <a:spLocks xmlns:a="http://schemas.openxmlformats.org/drawingml/2006/main" noGrp="1"/>
          </p:cNvSpPr>
          <p:nvPr/>
        </p:nvSpPr>
        <p:spPr>
          <a:xfrm xmlns:a="http://schemas.openxmlformats.org/drawingml/2006/main">
            <a:off x="8096250" y="4391025"/>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F4D3B"/>
                </a:solidFill>
                <a:latin typeface="Hiragino Sans"/>
                <a:ea typeface="Hiragino Sans"/>
                <a:cs typeface="Hiragino Sans"/>
              </a:defRPr>
            </a:pPr>
            <a:r>
              <a:rPr sz="1050" b="1">
                <a:solidFill>
                  <a:srgbClr val="0F4D3B"/>
                </a:solidFill>
                <a:latin typeface="Hiragino Sans"/>
                <a:ea typeface="Hiragino Sans"/>
                <a:cs typeface="Hiragino Sans"/>
              </a:rPr>
              <a:t>W7-8</a:t>
            </a:r>
          </a:p>
        </p:txBody>
      </p:sp>
      <p:sp>
        <p:nvSpPr>
          <p:cNvPr id="23" name="">
            <a:extLst xmlns:a="http://schemas.openxmlformats.org/drawingml/2006/main">
              <a:ext uri="{FF2B5EF4-FFF2-40B4-BE49-F238E27FC236}">
                <a16:creationId xmlns:a16="http://schemas.microsoft.com/office/drawing/2014/main" id="{12B324D8-B4CA-4903-959E-9C87FFE1E1EF}"/>
              </a:ext>
            </a:extLst>
          </p:cNvPr>
          <p:cNvSpPr>
            <a:spLocks xmlns:a="http://schemas.openxmlformats.org/drawingml/2006/main" noGrp="1"/>
          </p:cNvSpPr>
          <p:nvPr/>
        </p:nvSpPr>
        <p:spPr>
          <a:xfrm xmlns:a="http://schemas.openxmlformats.org/drawingml/2006/main">
            <a:off x="7772400" y="5143500"/>
            <a:ext cx="1390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見せ方</a:t>
            </a:r>
          </a:p>
        </p:txBody>
      </p:sp>
      <p:sp>
        <p:nvSpPr>
          <p:cNvPr id="24" name="">
            <a:extLst xmlns:a="http://schemas.openxmlformats.org/drawingml/2006/main">
              <a:ext uri="{FF2B5EF4-FFF2-40B4-BE49-F238E27FC236}">
                <a16:creationId xmlns:a16="http://schemas.microsoft.com/office/drawing/2014/main" id="{8E29AD19-BA2A-48A6-9FD1-30928EFA7259}"/>
              </a:ext>
            </a:extLst>
          </p:cNvPr>
          <p:cNvSpPr>
            <a:spLocks xmlns:a="http://schemas.openxmlformats.org/drawingml/2006/main" noGrp="1"/>
          </p:cNvSpPr>
          <p:nvPr/>
        </p:nvSpPr>
        <p:spPr>
          <a:xfrm xmlns:a="http://schemas.openxmlformats.org/drawingml/2006/main">
            <a:off x="7639050" y="5486400"/>
            <a:ext cx="1657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13" b="0">
                <a:solidFill>
                  <a:srgbClr val="DBEEE6"/>
                </a:solidFill>
                <a:latin typeface="Hiragino Sans"/>
                <a:ea typeface="Hiragino Sans"/>
                <a:cs typeface="Hiragino Sans"/>
              </a:defRPr>
            </a:pPr>
            <a:r>
              <a:rPr sz="1013" b="0">
                <a:solidFill>
                  <a:srgbClr val="DBEEE6"/>
                </a:solidFill>
                <a:latin typeface="Hiragino Sans"/>
                <a:ea typeface="Hiragino Sans"/>
                <a:cs typeface="Hiragino Sans"/>
              </a:rPr>
              <a:t>小さな制作物を整える</a:t>
            </a:r>
          </a:p>
        </p:txBody>
      </p:sp>
      <p:sp>
        <p:nvSpPr>
          <p:cNvPr id="25" name="">
            <a:extLst xmlns:a="http://schemas.openxmlformats.org/drawingml/2006/main">
              <a:ext uri="{FF2B5EF4-FFF2-40B4-BE49-F238E27FC236}">
                <a16:creationId xmlns:a16="http://schemas.microsoft.com/office/drawing/2014/main" id="{39550399-1B81-42E8-9E8C-7A4C961325BE}"/>
              </a:ext>
            </a:extLst>
          </p:cNvPr>
          <p:cNvSpPr>
            <a:spLocks xmlns:a="http://schemas.openxmlformats.org/drawingml/2006/main" noGrp="1"/>
          </p:cNvSpPr>
          <p:nvPr/>
        </p:nvSpPr>
        <p:spPr>
          <a:xfrm xmlns:a="http://schemas.openxmlformats.org/drawingml/2006/main">
            <a:off x="10458450" y="4248150"/>
            <a:ext cx="742950" cy="742950"/>
          </a:xfrm>
          <a:prstGeom xmlns:a="http://schemas.openxmlformats.org/drawingml/2006/main" prst="ellipse">
            <a:avLst/>
          </a:prstGeom>
          <a:solidFill xmlns:a="http://schemas.openxmlformats.org/drawingml/2006/main">
            <a:srgbClr val="7CCF86"/>
          </a:solidFill>
          <a:ln xmlns:a="http://schemas.openxmlformats.org/drawingml/2006/main" w="0">
            <a:solidFill>
              <a:srgbClr val="FFFFFF"/>
            </a:solidFill>
            <a:prstDash val="solid"/>
          </a:ln>
        </p:spPr>
      </p:sp>
      <p:sp>
        <p:nvSpPr>
          <p:cNvPr id="26" name="">
            <a:extLst xmlns:a="http://schemas.openxmlformats.org/drawingml/2006/main">
              <a:ext uri="{FF2B5EF4-FFF2-40B4-BE49-F238E27FC236}">
                <a16:creationId xmlns:a16="http://schemas.microsoft.com/office/drawing/2014/main" id="{B6D72022-4E34-411E-90C7-AFBD6203D911}"/>
              </a:ext>
            </a:extLst>
          </p:cNvPr>
          <p:cNvSpPr>
            <a:spLocks xmlns:a="http://schemas.openxmlformats.org/drawingml/2006/main" noGrp="1"/>
          </p:cNvSpPr>
          <p:nvPr/>
        </p:nvSpPr>
        <p:spPr>
          <a:xfrm xmlns:a="http://schemas.openxmlformats.org/drawingml/2006/main">
            <a:off x="10458450" y="4391025"/>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F4D3B"/>
                </a:solidFill>
                <a:latin typeface="Hiragino Sans"/>
                <a:ea typeface="Hiragino Sans"/>
                <a:cs typeface="Hiragino Sans"/>
              </a:defRPr>
            </a:pPr>
            <a:r>
              <a:rPr sz="1050" b="1">
                <a:solidFill>
                  <a:srgbClr val="0F4D3B"/>
                </a:solidFill>
                <a:latin typeface="Hiragino Sans"/>
                <a:ea typeface="Hiragino Sans"/>
                <a:cs typeface="Hiragino Sans"/>
              </a:rPr>
              <a:t>W9-10</a:t>
            </a:r>
          </a:p>
        </p:txBody>
      </p:sp>
      <p:sp>
        <p:nvSpPr>
          <p:cNvPr id="27" name="">
            <a:extLst xmlns:a="http://schemas.openxmlformats.org/drawingml/2006/main">
              <a:ext uri="{FF2B5EF4-FFF2-40B4-BE49-F238E27FC236}">
                <a16:creationId xmlns:a16="http://schemas.microsoft.com/office/drawing/2014/main" id="{AC37F574-C85E-418B-AA28-E8D3B3970FB4}"/>
              </a:ext>
            </a:extLst>
          </p:cNvPr>
          <p:cNvSpPr>
            <a:spLocks xmlns:a="http://schemas.openxmlformats.org/drawingml/2006/main" noGrp="1"/>
          </p:cNvSpPr>
          <p:nvPr/>
        </p:nvSpPr>
        <p:spPr>
          <a:xfrm xmlns:a="http://schemas.openxmlformats.org/drawingml/2006/main">
            <a:off x="10134600" y="5143500"/>
            <a:ext cx="1390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次の一歩</a:t>
            </a:r>
          </a:p>
        </p:txBody>
      </p:sp>
      <p:sp>
        <p:nvSpPr>
          <p:cNvPr id="28" name="">
            <a:extLst xmlns:a="http://schemas.openxmlformats.org/drawingml/2006/main">
              <a:ext uri="{FF2B5EF4-FFF2-40B4-BE49-F238E27FC236}">
                <a16:creationId xmlns:a16="http://schemas.microsoft.com/office/drawing/2014/main" id="{7F82A8EE-EF49-4933-B428-34F91D6F9A23}"/>
              </a:ext>
            </a:extLst>
          </p:cNvPr>
          <p:cNvSpPr>
            <a:spLocks xmlns:a="http://schemas.openxmlformats.org/drawingml/2006/main" noGrp="1"/>
          </p:cNvSpPr>
          <p:nvPr/>
        </p:nvSpPr>
        <p:spPr>
          <a:xfrm xmlns:a="http://schemas.openxmlformats.org/drawingml/2006/main">
            <a:off x="10001250" y="5486400"/>
            <a:ext cx="1657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13" b="0">
                <a:solidFill>
                  <a:srgbClr val="DBEEE6"/>
                </a:solidFill>
                <a:latin typeface="Hiragino Sans"/>
                <a:ea typeface="Hiragino Sans"/>
                <a:cs typeface="Hiragino Sans"/>
              </a:defRPr>
            </a:pPr>
            <a:r>
              <a:rPr sz="1013" b="0">
                <a:solidFill>
                  <a:srgbClr val="DBEEE6"/>
                </a:solidFill>
                <a:latin typeface="Hiragino Sans"/>
                <a:ea typeface="Hiragino Sans"/>
                <a:cs typeface="Hiragino Sans"/>
              </a:rPr>
              <a:t>提案と行動計画を作る</a:t>
            </a:r>
          </a:p>
        </p:txBody>
      </p:sp>
      <p:sp>
        <p:nvSpPr>
          <p:cNvPr id="29" name="">
            <a:extLst xmlns:a="http://schemas.openxmlformats.org/drawingml/2006/main">
              <a:ext uri="{FF2B5EF4-FFF2-40B4-BE49-F238E27FC236}">
                <a16:creationId xmlns:a16="http://schemas.microsoft.com/office/drawing/2014/main" id="{7E140286-D74B-4F51-9EA3-40BD0F27B7F1}"/>
              </a:ext>
            </a:extLst>
          </p:cNvPr>
          <p:cNvSpPr>
            <a:spLocks xmlns:a="http://schemas.openxmlformats.org/drawingml/2006/main" noGrp="1"/>
          </p:cNvSpPr>
          <p:nvPr/>
        </p:nvSpPr>
        <p:spPr>
          <a:xfrm xmlns:a="http://schemas.openxmlformats.org/drawingml/2006/main">
            <a:off x="685800" y="6419850"/>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BEEE6"/>
                </a:solidFill>
                <a:latin typeface="Hiragino Sans"/>
                <a:ea typeface="Hiragino Sans"/>
                <a:cs typeface="Hiragino Sans"/>
              </a:defRPr>
            </a:pPr>
            <a:r>
              <a:rPr sz="825" b="0">
                <a:solidFill>
                  <a:srgbClr val="DBEEE6"/>
                </a:solidFill>
                <a:latin typeface="Hiragino Sans"/>
                <a:ea typeface="Hiragino Sans"/>
                <a:cs typeface="Hiragino Sans"/>
              </a:rPr>
              <a:t>GrowLink introduction</a:t>
            </a:r>
          </a:p>
        </p:txBody>
      </p:sp>
      <p:sp>
        <p:nvSpPr>
          <p:cNvPr id="30" name="">
            <a:extLst xmlns:a="http://schemas.openxmlformats.org/drawingml/2006/main">
              <a:ext uri="{FF2B5EF4-FFF2-40B4-BE49-F238E27FC236}">
                <a16:creationId xmlns:a16="http://schemas.microsoft.com/office/drawing/2014/main" id="{9A43B22D-24AE-4EF4-96DA-A04C9F73CB95}"/>
              </a:ext>
            </a:extLst>
          </p:cNvPr>
          <p:cNvSpPr>
            <a:spLocks xmlns:a="http://schemas.openxmlformats.org/drawingml/2006/main" noGrp="1"/>
          </p:cNvSpPr>
          <p:nvPr/>
        </p:nvSpPr>
        <p:spPr>
          <a:xfrm xmlns:a="http://schemas.openxmlformats.org/drawingml/2006/main">
            <a:off x="10820400" y="6400800"/>
            <a:ext cx="68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7CCF86"/>
                </a:solidFill>
                <a:latin typeface="Hiragino Sans"/>
                <a:ea typeface="Hiragino Sans"/>
                <a:cs typeface="Hiragino Sans"/>
              </a:defRPr>
            </a:pPr>
            <a:r>
              <a:rPr sz="975" b="1">
                <a:solidFill>
                  <a:srgbClr val="7CCF86"/>
                </a:solidFill>
                <a:latin typeface="Hiragino Sans"/>
                <a:ea typeface="Hiragino Sans"/>
                <a:cs typeface="Hiragino Sans"/>
              </a:rPr>
              <a:t>05</a:t>
            </a:r>
          </a:p>
        </p:txBody>
      </p:sp>
    </p:spTree>
    <p:extLst>
      <p:ext uri="{BB962C8B-B14F-4D97-AF65-F5344CB8AC3E}">
        <p14:creationId xmlns:p14="http://schemas.microsoft.com/office/powerpoint/2010/main" val="209742128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2BB19BB-4D7F-4D75-856F-38C7D8E25A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CF7"/>
          </a:solidFill>
          <a:ln xmlns:a="http://schemas.openxmlformats.org/drawingml/2006/main" w="0">
            <a:solidFill>
              <a:srgbClr val="FBFCF7"/>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443549468a5421c"/>
          <a:stretch xmlns:a="http://schemas.openxmlformats.org/drawingml/2006/main"/>
        </p:blipFill>
        <p:spPr>
          <a:xfrm xmlns:a="http://schemas.openxmlformats.org/drawingml/2006/main">
            <a:off x="685800" y="459030"/>
            <a:ext cx="1600200" cy="377340"/>
          </a:xfrm>
          <a:prstGeom xmlns:a="http://schemas.openxmlformats.org/drawingml/2006/main" prst="rect">
            <a:avLst/>
          </a:prstGeom>
        </p:spPr>
      </p:pic>
      <p:sp>
        <p:nvSpPr>
          <p:cNvPr id="3" name="kicker-marker">
            <a:extLst xmlns:a="http://schemas.openxmlformats.org/drawingml/2006/main">
              <a:ext uri="{FF2B5EF4-FFF2-40B4-BE49-F238E27FC236}">
                <a16:creationId xmlns:a16="http://schemas.microsoft.com/office/drawing/2014/main" id="{71BFF5F9-EB34-4F81-BC25-375077147704}"/>
              </a:ext>
            </a:extLst>
          </p:cNvPr>
          <p:cNvSpPr>
            <a:spLocks xmlns:a="http://schemas.openxmlformats.org/drawingml/2006/main" noGrp="1"/>
          </p:cNvSpPr>
          <p:nvPr/>
        </p:nvSpPr>
        <p:spPr>
          <a:xfrm xmlns:a="http://schemas.openxmlformats.org/drawingml/2006/main">
            <a:off x="685800" y="1200150"/>
            <a:ext cx="247650" cy="38100"/>
          </a:xfrm>
          <a:prstGeom xmlns:a="http://schemas.openxmlformats.org/drawingml/2006/main" prst="rect">
            <a:avLst/>
          </a:prstGeom>
          <a:solidFill xmlns:a="http://schemas.openxmlformats.org/drawingml/2006/main">
            <a:srgbClr val="0F4D3B"/>
          </a:solidFill>
          <a:ln xmlns:a="http://schemas.openxmlformats.org/drawingml/2006/main" w="0">
            <a:solidFill>
              <a:srgbClr val="0F4D3B"/>
            </a:solidFill>
            <a:prstDash val="solid"/>
          </a:ln>
        </p:spPr>
      </p:sp>
      <p:sp>
        <p:nvSpPr>
          <p:cNvPr id="4" name="kicker-label">
            <a:extLst xmlns:a="http://schemas.openxmlformats.org/drawingml/2006/main">
              <a:ext uri="{FF2B5EF4-FFF2-40B4-BE49-F238E27FC236}">
                <a16:creationId xmlns:a16="http://schemas.microsoft.com/office/drawing/2014/main" id="{8AB9E30D-98DB-48A9-92A1-CB819DA909C8}"/>
              </a:ext>
            </a:extLst>
          </p:cNvPr>
          <p:cNvSpPr>
            <a:spLocks xmlns:a="http://schemas.openxmlformats.org/drawingml/2006/main" noGrp="1"/>
          </p:cNvSpPr>
          <p:nvPr/>
        </p:nvSpPr>
        <p:spPr>
          <a:xfrm xmlns:a="http://schemas.openxmlformats.org/drawingml/2006/main">
            <a:off x="1047750" y="1123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4D3B"/>
                </a:solidFill>
                <a:latin typeface="Hiragino Sans"/>
                <a:ea typeface="Hiragino Sans"/>
                <a:cs typeface="Hiragino Sans"/>
              </a:defRPr>
            </a:pPr>
            <a:r>
              <a:rPr sz="900" b="1">
                <a:solidFill>
                  <a:srgbClr val="0F4D3B"/>
                </a:solidFill>
                <a:latin typeface="Hiragino Sans"/>
                <a:ea typeface="Hiragino Sans"/>
                <a:cs typeface="Hiragino Sans"/>
              </a:rPr>
              <a:t>TEACHERS &amp; SUPPORT</a:t>
            </a:r>
          </a:p>
        </p:txBody>
      </p:sp>
      <p:sp>
        <p:nvSpPr>
          <p:cNvPr id="5" name="">
            <a:extLst xmlns:a="http://schemas.openxmlformats.org/drawingml/2006/main">
              <a:ext uri="{FF2B5EF4-FFF2-40B4-BE49-F238E27FC236}">
                <a16:creationId xmlns:a16="http://schemas.microsoft.com/office/drawing/2014/main" id="{84E251C5-7DD6-41A2-A9EF-28088AEF2D3E}"/>
              </a:ext>
            </a:extLst>
          </p:cNvPr>
          <p:cNvSpPr>
            <a:spLocks xmlns:a="http://schemas.openxmlformats.org/drawingml/2006/main" noGrp="1"/>
          </p:cNvSpPr>
          <p:nvPr/>
        </p:nvSpPr>
        <p:spPr>
          <a:xfrm xmlns:a="http://schemas.openxmlformats.org/drawingml/2006/main">
            <a:off x="685800" y="1466850"/>
            <a:ext cx="68580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3251F"/>
                </a:solidFill>
                <a:latin typeface="Hiragino Sans"/>
                <a:ea typeface="Hiragino Sans"/>
                <a:cs typeface="Hiragino Sans"/>
              </a:defRPr>
            </a:pPr>
            <a:r>
              <a:rPr sz="3000" b="1">
                <a:solidFill>
                  <a:srgbClr val="13251F"/>
                </a:solidFill>
                <a:latin typeface="Hiragino Sans"/>
                <a:ea typeface="Hiragino Sans"/>
                <a:cs typeface="Hiragino Sans"/>
              </a:rPr>
              <a:t>はじめての学びでも、</a:t>
            </a:r>
          </a:p>
          <a:p xmlns:a="http://schemas.openxmlformats.org/drawingml/2006/main">
            <a:pPr algn="l">
              <a:defRPr sz="3000" b="1">
                <a:solidFill>
                  <a:srgbClr val="13251F"/>
                </a:solidFill>
                <a:latin typeface="Hiragino Sans"/>
                <a:ea typeface="Hiragino Sans"/>
                <a:cs typeface="Hiragino Sans"/>
              </a:defRPr>
            </a:pPr>
            <a:r>
              <a:rPr sz="3000" b="1">
                <a:solidFill>
                  <a:srgbClr val="13251F"/>
                </a:solidFill>
                <a:latin typeface="Hiragino Sans"/>
                <a:ea typeface="Hiragino Sans"/>
                <a:cs typeface="Hiragino Sans"/>
              </a:rPr>
              <a:t>各分野の講師がやさしく伴走。</a:t>
            </a:r>
          </a:p>
        </p:txBody>
      </p:sp>
      <p:sp>
        <p:nvSpPr>
          <p:cNvPr id="6" name="">
            <a:extLst xmlns:a="http://schemas.openxmlformats.org/drawingml/2006/main">
              <a:ext uri="{FF2B5EF4-FFF2-40B4-BE49-F238E27FC236}">
                <a16:creationId xmlns:a16="http://schemas.microsoft.com/office/drawing/2014/main" id="{07D7F043-3F2A-482C-9B0A-ED7677D613CD}"/>
              </a:ext>
            </a:extLst>
          </p:cNvPr>
          <p:cNvSpPr>
            <a:spLocks xmlns:a="http://schemas.openxmlformats.org/drawingml/2006/main" noGrp="1"/>
          </p:cNvSpPr>
          <p:nvPr/>
        </p:nvSpPr>
        <p:spPr>
          <a:xfrm xmlns:a="http://schemas.openxmlformats.org/drawingml/2006/main">
            <a:off x="876300" y="3143250"/>
            <a:ext cx="310515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DFE9E3"/>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07169920654458e"/>
          <a:srcRect xmlns:a="http://schemas.openxmlformats.org/drawingml/2006/main" l="0" t="0" r="0" b="0"/>
          <a:stretch xmlns:a="http://schemas.openxmlformats.org/drawingml/2006/main">
            <a:fillRect l="0" t="0" r="0" b="0"/>
          </a:stretch>
        </p:blipFill>
        <p:spPr>
          <a:xfrm xmlns:a="http://schemas.openxmlformats.org/drawingml/2006/main">
            <a:off x="1790700" y="2628900"/>
            <a:ext cx="1257300" cy="12573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DB896E8-6A69-4296-9C38-6557937324F9}"/>
              </a:ext>
            </a:extLst>
          </p:cNvPr>
          <p:cNvSpPr>
            <a:spLocks xmlns:a="http://schemas.openxmlformats.org/drawingml/2006/main" noGrp="1"/>
          </p:cNvSpPr>
          <p:nvPr/>
        </p:nvSpPr>
        <p:spPr>
          <a:xfrm xmlns:a="http://schemas.openxmlformats.org/drawingml/2006/main">
            <a:off x="1200150" y="4038600"/>
            <a:ext cx="24574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4D3B"/>
                </a:solidFill>
                <a:latin typeface="Hiragino Sans"/>
                <a:ea typeface="Hiragino Sans"/>
                <a:cs typeface="Hiragino Sans"/>
              </a:defRPr>
            </a:pPr>
            <a:r>
              <a:rPr sz="975" b="1">
                <a:solidFill>
                  <a:srgbClr val="0F4D3B"/>
                </a:solidFill>
                <a:latin typeface="Hiragino Sans"/>
                <a:ea typeface="Hiragino Sans"/>
                <a:cs typeface="Hiragino Sans"/>
              </a:rPr>
              <a:t>note 講師</a:t>
            </a:r>
          </a:p>
        </p:txBody>
      </p:sp>
      <p:sp>
        <p:nvSpPr>
          <p:cNvPr id="9" name="">
            <a:extLst xmlns:a="http://schemas.openxmlformats.org/drawingml/2006/main">
              <a:ext uri="{FF2B5EF4-FFF2-40B4-BE49-F238E27FC236}">
                <a16:creationId xmlns:a16="http://schemas.microsoft.com/office/drawing/2014/main" id="{8146360C-8873-4262-B823-1ECDA4DAD64F}"/>
              </a:ext>
            </a:extLst>
          </p:cNvPr>
          <p:cNvSpPr>
            <a:spLocks xmlns:a="http://schemas.openxmlformats.org/drawingml/2006/main" noGrp="1"/>
          </p:cNvSpPr>
          <p:nvPr/>
        </p:nvSpPr>
        <p:spPr>
          <a:xfrm xmlns:a="http://schemas.openxmlformats.org/drawingml/2006/main">
            <a:off x="1200150" y="4324350"/>
            <a:ext cx="2457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13251F"/>
                </a:solidFill>
                <a:latin typeface="Hiragino Sans"/>
                <a:ea typeface="Hiragino Sans"/>
                <a:cs typeface="Hiragino Sans"/>
              </a:defRPr>
            </a:pPr>
            <a:r>
              <a:rPr sz="1800" b="1">
                <a:solidFill>
                  <a:srgbClr val="13251F"/>
                </a:solidFill>
                <a:latin typeface="Hiragino Sans"/>
                <a:ea typeface="Hiragino Sans"/>
                <a:cs typeface="Hiragino Sans"/>
              </a:rPr>
              <a:t>関 純平</a:t>
            </a:r>
          </a:p>
        </p:txBody>
      </p:sp>
      <p:sp>
        <p:nvSpPr>
          <p:cNvPr id="10" name="">
            <a:extLst xmlns:a="http://schemas.openxmlformats.org/drawingml/2006/main">
              <a:ext uri="{FF2B5EF4-FFF2-40B4-BE49-F238E27FC236}">
                <a16:creationId xmlns:a16="http://schemas.microsoft.com/office/drawing/2014/main" id="{354BEDDC-D75F-45AB-A4F9-9758DF6DC741}"/>
              </a:ext>
            </a:extLst>
          </p:cNvPr>
          <p:cNvSpPr>
            <a:spLocks xmlns:a="http://schemas.openxmlformats.org/drawingml/2006/main" noGrp="1"/>
          </p:cNvSpPr>
          <p:nvPr/>
        </p:nvSpPr>
        <p:spPr>
          <a:xfrm xmlns:a="http://schemas.openxmlformats.org/drawingml/2006/main">
            <a:off x="1238250" y="4762500"/>
            <a:ext cx="238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13" b="0">
                <a:solidFill>
                  <a:srgbClr val="5E6E68"/>
                </a:solidFill>
                <a:latin typeface="Hiragino Sans"/>
                <a:ea typeface="Hiragino Sans"/>
                <a:cs typeface="Hiragino Sans"/>
              </a:defRPr>
            </a:pPr>
            <a:r>
              <a:rPr sz="1013" b="0">
                <a:solidFill>
                  <a:srgbClr val="5E6E68"/>
                </a:solidFill>
                <a:latin typeface="Hiragino Sans"/>
                <a:ea typeface="Hiragino Sans"/>
                <a:cs typeface="Hiragino Sans"/>
              </a:rPr>
              <a:t>習熟度に合わせたアプローチで、一人ひとりの成長を丁寧に支える。</a:t>
            </a:r>
          </a:p>
        </p:txBody>
      </p:sp>
      <p:sp>
        <p:nvSpPr>
          <p:cNvPr id="11" name="">
            <a:extLst xmlns:a="http://schemas.openxmlformats.org/drawingml/2006/main">
              <a:ext uri="{FF2B5EF4-FFF2-40B4-BE49-F238E27FC236}">
                <a16:creationId xmlns:a16="http://schemas.microsoft.com/office/drawing/2014/main" id="{38F90516-F357-4B2D-97EC-C84A34914DA3}"/>
              </a:ext>
            </a:extLst>
          </p:cNvPr>
          <p:cNvSpPr>
            <a:spLocks xmlns:a="http://schemas.openxmlformats.org/drawingml/2006/main" noGrp="1"/>
          </p:cNvSpPr>
          <p:nvPr/>
        </p:nvSpPr>
        <p:spPr>
          <a:xfrm xmlns:a="http://schemas.openxmlformats.org/drawingml/2006/main">
            <a:off x="4514850" y="3143250"/>
            <a:ext cx="310515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DFE9E3"/>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06a486398944bfe"/>
          <a:srcRect xmlns:a="http://schemas.openxmlformats.org/drawingml/2006/main" l="0" t="0" r="0" b="0"/>
          <a:stretch xmlns:a="http://schemas.openxmlformats.org/drawingml/2006/main">
            <a:fillRect l="0" t="0" r="0" b="0"/>
          </a:stretch>
        </p:blipFill>
        <p:spPr>
          <a:xfrm xmlns:a="http://schemas.openxmlformats.org/drawingml/2006/main">
            <a:off x="5429250" y="2628900"/>
            <a:ext cx="1257300" cy="12573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0738127-E23D-42A7-AFB6-F408ADFB0516}"/>
              </a:ext>
            </a:extLst>
          </p:cNvPr>
          <p:cNvSpPr>
            <a:spLocks xmlns:a="http://schemas.openxmlformats.org/drawingml/2006/main" noGrp="1"/>
          </p:cNvSpPr>
          <p:nvPr/>
        </p:nvSpPr>
        <p:spPr>
          <a:xfrm xmlns:a="http://schemas.openxmlformats.org/drawingml/2006/main">
            <a:off x="4838700" y="4038600"/>
            <a:ext cx="24574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4D3B"/>
                </a:solidFill>
                <a:latin typeface="Hiragino Sans"/>
                <a:ea typeface="Hiragino Sans"/>
                <a:cs typeface="Hiragino Sans"/>
              </a:defRPr>
            </a:pPr>
            <a:r>
              <a:rPr sz="975" b="1">
                <a:solidFill>
                  <a:srgbClr val="0F4D3B"/>
                </a:solidFill>
                <a:latin typeface="Hiragino Sans"/>
                <a:ea typeface="Hiragino Sans"/>
                <a:cs typeface="Hiragino Sans"/>
              </a:rPr>
              <a:t>Canva 講師</a:t>
            </a:r>
          </a:p>
        </p:txBody>
      </p:sp>
      <p:sp>
        <p:nvSpPr>
          <p:cNvPr id="14" name="">
            <a:extLst xmlns:a="http://schemas.openxmlformats.org/drawingml/2006/main">
              <a:ext uri="{FF2B5EF4-FFF2-40B4-BE49-F238E27FC236}">
                <a16:creationId xmlns:a16="http://schemas.microsoft.com/office/drawing/2014/main" id="{E41E2EB6-96C0-4A6D-9439-352D4E82B7AA}"/>
              </a:ext>
            </a:extLst>
          </p:cNvPr>
          <p:cNvSpPr>
            <a:spLocks xmlns:a="http://schemas.openxmlformats.org/drawingml/2006/main" noGrp="1"/>
          </p:cNvSpPr>
          <p:nvPr/>
        </p:nvSpPr>
        <p:spPr>
          <a:xfrm xmlns:a="http://schemas.openxmlformats.org/drawingml/2006/main">
            <a:off x="4838700" y="4324350"/>
            <a:ext cx="2457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13251F"/>
                </a:solidFill>
                <a:latin typeface="Hiragino Sans"/>
                <a:ea typeface="Hiragino Sans"/>
                <a:cs typeface="Hiragino Sans"/>
              </a:defRPr>
            </a:pPr>
            <a:r>
              <a:rPr sz="1800" b="1">
                <a:solidFill>
                  <a:srgbClr val="13251F"/>
                </a:solidFill>
                <a:latin typeface="Hiragino Sans"/>
                <a:ea typeface="Hiragino Sans"/>
                <a:cs typeface="Hiragino Sans"/>
              </a:rPr>
              <a:t>こん はる</a:t>
            </a:r>
          </a:p>
        </p:txBody>
      </p:sp>
      <p:sp>
        <p:nvSpPr>
          <p:cNvPr id="15" name="">
            <a:extLst xmlns:a="http://schemas.openxmlformats.org/drawingml/2006/main">
              <a:ext uri="{FF2B5EF4-FFF2-40B4-BE49-F238E27FC236}">
                <a16:creationId xmlns:a16="http://schemas.microsoft.com/office/drawing/2014/main" id="{9C32A27E-DC58-4219-A54C-C7C80B65274F}"/>
              </a:ext>
            </a:extLst>
          </p:cNvPr>
          <p:cNvSpPr>
            <a:spLocks xmlns:a="http://schemas.openxmlformats.org/drawingml/2006/main" noGrp="1"/>
          </p:cNvSpPr>
          <p:nvPr/>
        </p:nvSpPr>
        <p:spPr>
          <a:xfrm xmlns:a="http://schemas.openxmlformats.org/drawingml/2006/main">
            <a:off x="4876800" y="4762500"/>
            <a:ext cx="238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13" b="0">
                <a:solidFill>
                  <a:srgbClr val="5E6E68"/>
                </a:solidFill>
                <a:latin typeface="Hiragino Sans"/>
                <a:ea typeface="Hiragino Sans"/>
                <a:cs typeface="Hiragino Sans"/>
              </a:defRPr>
            </a:pPr>
            <a:r>
              <a:rPr sz="1013" b="0">
                <a:solidFill>
                  <a:srgbClr val="5E6E68"/>
                </a:solidFill>
                <a:latin typeface="Hiragino Sans"/>
                <a:ea typeface="Hiragino Sans"/>
                <a:cs typeface="Hiragino Sans"/>
              </a:rPr>
              <a:t>1,000人以上の指導経験を活かし、初心者が成果を出せる力を育てる。</a:t>
            </a:r>
          </a:p>
        </p:txBody>
      </p:sp>
      <p:sp>
        <p:nvSpPr>
          <p:cNvPr id="16" name="">
            <a:extLst xmlns:a="http://schemas.openxmlformats.org/drawingml/2006/main">
              <a:ext uri="{FF2B5EF4-FFF2-40B4-BE49-F238E27FC236}">
                <a16:creationId xmlns:a16="http://schemas.microsoft.com/office/drawing/2014/main" id="{861A04E1-35F4-4C49-9058-B553BEA980B5}"/>
              </a:ext>
            </a:extLst>
          </p:cNvPr>
          <p:cNvSpPr>
            <a:spLocks xmlns:a="http://schemas.openxmlformats.org/drawingml/2006/main" noGrp="1"/>
          </p:cNvSpPr>
          <p:nvPr/>
        </p:nvSpPr>
        <p:spPr>
          <a:xfrm xmlns:a="http://schemas.openxmlformats.org/drawingml/2006/main">
            <a:off x="8153400" y="3143250"/>
            <a:ext cx="310515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DFE9E3"/>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b5d2fa841ba4816"/>
          <a:srcRect xmlns:a="http://schemas.openxmlformats.org/drawingml/2006/main" l="0" t="0" r="0" b="0"/>
          <a:stretch xmlns:a="http://schemas.openxmlformats.org/drawingml/2006/main">
            <a:fillRect l="0" t="0" r="0" b="0"/>
          </a:stretch>
        </p:blipFill>
        <p:spPr>
          <a:xfrm xmlns:a="http://schemas.openxmlformats.org/drawingml/2006/main">
            <a:off x="9067800" y="2628900"/>
            <a:ext cx="1257300" cy="12573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00BA4D8A-683A-4531-8711-6F8D011F8DC3}"/>
              </a:ext>
            </a:extLst>
          </p:cNvPr>
          <p:cNvSpPr>
            <a:spLocks xmlns:a="http://schemas.openxmlformats.org/drawingml/2006/main" noGrp="1"/>
          </p:cNvSpPr>
          <p:nvPr/>
        </p:nvSpPr>
        <p:spPr>
          <a:xfrm xmlns:a="http://schemas.openxmlformats.org/drawingml/2006/main">
            <a:off x="8477250" y="4038600"/>
            <a:ext cx="24574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4D3B"/>
                </a:solidFill>
                <a:latin typeface="Hiragino Sans"/>
                <a:ea typeface="Hiragino Sans"/>
                <a:cs typeface="Hiragino Sans"/>
              </a:defRPr>
            </a:pPr>
            <a:r>
              <a:rPr sz="975" b="1">
                <a:solidFill>
                  <a:srgbClr val="0F4D3B"/>
                </a:solidFill>
                <a:latin typeface="Hiragino Sans"/>
                <a:ea typeface="Hiragino Sans"/>
                <a:cs typeface="Hiragino Sans"/>
              </a:rPr>
              <a:t>AI 講師</a:t>
            </a:r>
          </a:p>
        </p:txBody>
      </p:sp>
      <p:sp>
        <p:nvSpPr>
          <p:cNvPr id="19" name="">
            <a:extLst xmlns:a="http://schemas.openxmlformats.org/drawingml/2006/main">
              <a:ext uri="{FF2B5EF4-FFF2-40B4-BE49-F238E27FC236}">
                <a16:creationId xmlns:a16="http://schemas.microsoft.com/office/drawing/2014/main" id="{B383FC18-9AF0-4E02-A0E6-B6E473D81E21}"/>
              </a:ext>
            </a:extLst>
          </p:cNvPr>
          <p:cNvSpPr>
            <a:spLocks xmlns:a="http://schemas.openxmlformats.org/drawingml/2006/main" noGrp="1"/>
          </p:cNvSpPr>
          <p:nvPr/>
        </p:nvSpPr>
        <p:spPr>
          <a:xfrm xmlns:a="http://schemas.openxmlformats.org/drawingml/2006/main">
            <a:off x="8477250" y="4324350"/>
            <a:ext cx="2457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13251F"/>
                </a:solidFill>
                <a:latin typeface="Hiragino Sans"/>
                <a:ea typeface="Hiragino Sans"/>
                <a:cs typeface="Hiragino Sans"/>
              </a:defRPr>
            </a:pPr>
            <a:r>
              <a:rPr sz="1800" b="1">
                <a:solidFill>
                  <a:srgbClr val="13251F"/>
                </a:solidFill>
                <a:latin typeface="Hiragino Sans"/>
                <a:ea typeface="Hiragino Sans"/>
                <a:cs typeface="Hiragino Sans"/>
              </a:rPr>
              <a:t>あべりな</a:t>
            </a:r>
          </a:p>
        </p:txBody>
      </p:sp>
      <p:sp>
        <p:nvSpPr>
          <p:cNvPr id="20" name="">
            <a:extLst xmlns:a="http://schemas.openxmlformats.org/drawingml/2006/main">
              <a:ext uri="{FF2B5EF4-FFF2-40B4-BE49-F238E27FC236}">
                <a16:creationId xmlns:a16="http://schemas.microsoft.com/office/drawing/2014/main" id="{EBF39C35-8C28-4BF0-926B-9EB4559F44C9}"/>
              </a:ext>
            </a:extLst>
          </p:cNvPr>
          <p:cNvSpPr>
            <a:spLocks xmlns:a="http://schemas.openxmlformats.org/drawingml/2006/main" noGrp="1"/>
          </p:cNvSpPr>
          <p:nvPr/>
        </p:nvSpPr>
        <p:spPr>
          <a:xfrm xmlns:a="http://schemas.openxmlformats.org/drawingml/2006/main">
            <a:off x="8515350" y="4762500"/>
            <a:ext cx="238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13" b="0">
                <a:solidFill>
                  <a:srgbClr val="5E6E68"/>
                </a:solidFill>
                <a:latin typeface="Hiragino Sans"/>
                <a:ea typeface="Hiragino Sans"/>
                <a:cs typeface="Hiragino Sans"/>
              </a:defRPr>
            </a:pPr>
            <a:r>
              <a:rPr sz="1013" b="0">
                <a:solidFill>
                  <a:srgbClr val="5E6E68"/>
                </a:solidFill>
                <a:latin typeface="Hiragino Sans"/>
                <a:ea typeface="Hiragino Sans"/>
                <a:cs typeface="Hiragino Sans"/>
              </a:rPr>
              <a:t>AIを扱う力を、初心者にもわかりやすく前向きに届ける。</a:t>
            </a:r>
          </a:p>
        </p:txBody>
      </p:sp>
      <p:sp>
        <p:nvSpPr>
          <p:cNvPr id="21" name="">
            <a:extLst xmlns:a="http://schemas.openxmlformats.org/drawingml/2006/main">
              <a:ext uri="{FF2B5EF4-FFF2-40B4-BE49-F238E27FC236}">
                <a16:creationId xmlns:a16="http://schemas.microsoft.com/office/drawing/2014/main" id="{EEC09B99-0DE7-4EE8-8E2D-D094AF94F2B6}"/>
              </a:ext>
            </a:extLst>
          </p:cNvPr>
          <p:cNvSpPr>
            <a:spLocks xmlns:a="http://schemas.openxmlformats.org/drawingml/2006/main" noGrp="1"/>
          </p:cNvSpPr>
          <p:nvPr/>
        </p:nvSpPr>
        <p:spPr>
          <a:xfrm xmlns:a="http://schemas.openxmlformats.org/drawingml/2006/main">
            <a:off x="685800" y="6419850"/>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789087"/>
                </a:solidFill>
                <a:latin typeface="Hiragino Sans"/>
                <a:ea typeface="Hiragino Sans"/>
                <a:cs typeface="Hiragino Sans"/>
              </a:defRPr>
            </a:pPr>
            <a:r>
              <a:rPr sz="825" b="0">
                <a:solidFill>
                  <a:srgbClr val="789087"/>
                </a:solidFill>
                <a:latin typeface="Hiragino Sans"/>
                <a:ea typeface="Hiragino Sans"/>
                <a:cs typeface="Hiragino Sans"/>
              </a:rPr>
              <a:t>GrowLink introduction</a:t>
            </a:r>
          </a:p>
        </p:txBody>
      </p:sp>
      <p:sp>
        <p:nvSpPr>
          <p:cNvPr id="22" name="">
            <a:extLst xmlns:a="http://schemas.openxmlformats.org/drawingml/2006/main">
              <a:ext uri="{FF2B5EF4-FFF2-40B4-BE49-F238E27FC236}">
                <a16:creationId xmlns:a16="http://schemas.microsoft.com/office/drawing/2014/main" id="{B232815A-0FA7-4A59-B729-3083A61E7B0B}"/>
              </a:ext>
            </a:extLst>
          </p:cNvPr>
          <p:cNvSpPr>
            <a:spLocks xmlns:a="http://schemas.openxmlformats.org/drawingml/2006/main" noGrp="1"/>
          </p:cNvSpPr>
          <p:nvPr/>
        </p:nvSpPr>
        <p:spPr>
          <a:xfrm xmlns:a="http://schemas.openxmlformats.org/drawingml/2006/main">
            <a:off x="10820400" y="6400800"/>
            <a:ext cx="68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4D3B"/>
                </a:solidFill>
                <a:latin typeface="Hiragino Sans"/>
                <a:ea typeface="Hiragino Sans"/>
                <a:cs typeface="Hiragino Sans"/>
              </a:defRPr>
            </a:pPr>
            <a:r>
              <a:rPr sz="975" b="1">
                <a:solidFill>
                  <a:srgbClr val="0F4D3B"/>
                </a:solidFill>
                <a:latin typeface="Hiragino Sans"/>
                <a:ea typeface="Hiragino Sans"/>
                <a:cs typeface="Hiragino Sans"/>
              </a:rPr>
              <a:t>06</a:t>
            </a:r>
          </a:p>
        </p:txBody>
      </p:sp>
    </p:spTree>
    <p:extLst>
      <p:ext uri="{BB962C8B-B14F-4D97-AF65-F5344CB8AC3E}">
        <p14:creationId xmlns:p14="http://schemas.microsoft.com/office/powerpoint/2010/main" val="12756219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1B3BB3-5DF8-4DB7-83CA-EE0DFEACD3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CF7"/>
          </a:solidFill>
          <a:ln xmlns:a="http://schemas.openxmlformats.org/drawingml/2006/main" w="0">
            <a:solidFill>
              <a:srgbClr val="FBFCF7"/>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eec27b1cd134e1b"/>
          <a:stretch xmlns:a="http://schemas.openxmlformats.org/drawingml/2006/main"/>
        </p:blipFill>
        <p:spPr>
          <a:xfrm xmlns:a="http://schemas.openxmlformats.org/drawingml/2006/main">
            <a:off x="685800" y="459030"/>
            <a:ext cx="1600200" cy="377340"/>
          </a:xfrm>
          <a:prstGeom xmlns:a="http://schemas.openxmlformats.org/drawingml/2006/main" prst="rect">
            <a:avLst/>
          </a:prstGeom>
        </p:spPr>
      </p:pic>
      <p:sp>
        <p:nvSpPr>
          <p:cNvPr id="3" name="kicker-marker">
            <a:extLst xmlns:a="http://schemas.openxmlformats.org/drawingml/2006/main">
              <a:ext uri="{FF2B5EF4-FFF2-40B4-BE49-F238E27FC236}">
                <a16:creationId xmlns:a16="http://schemas.microsoft.com/office/drawing/2014/main" id="{9437568A-4F61-4671-ADB6-2CAF6982A05F}"/>
              </a:ext>
            </a:extLst>
          </p:cNvPr>
          <p:cNvSpPr>
            <a:spLocks xmlns:a="http://schemas.openxmlformats.org/drawingml/2006/main" noGrp="1"/>
          </p:cNvSpPr>
          <p:nvPr/>
        </p:nvSpPr>
        <p:spPr>
          <a:xfrm xmlns:a="http://schemas.openxmlformats.org/drawingml/2006/main">
            <a:off x="685800" y="1200150"/>
            <a:ext cx="247650" cy="38100"/>
          </a:xfrm>
          <a:prstGeom xmlns:a="http://schemas.openxmlformats.org/drawingml/2006/main" prst="rect">
            <a:avLst/>
          </a:prstGeom>
          <a:solidFill xmlns:a="http://schemas.openxmlformats.org/drawingml/2006/main">
            <a:srgbClr val="0F4D3B"/>
          </a:solidFill>
          <a:ln xmlns:a="http://schemas.openxmlformats.org/drawingml/2006/main" w="0">
            <a:solidFill>
              <a:srgbClr val="0F4D3B"/>
            </a:solidFill>
            <a:prstDash val="solid"/>
          </a:ln>
        </p:spPr>
      </p:sp>
      <p:sp>
        <p:nvSpPr>
          <p:cNvPr id="4" name="kicker-label">
            <a:extLst xmlns:a="http://schemas.openxmlformats.org/drawingml/2006/main">
              <a:ext uri="{FF2B5EF4-FFF2-40B4-BE49-F238E27FC236}">
                <a16:creationId xmlns:a16="http://schemas.microsoft.com/office/drawing/2014/main" id="{5E96E509-1DDB-4ED7-B53F-A725D469A413}"/>
              </a:ext>
            </a:extLst>
          </p:cNvPr>
          <p:cNvSpPr>
            <a:spLocks xmlns:a="http://schemas.openxmlformats.org/drawingml/2006/main" noGrp="1"/>
          </p:cNvSpPr>
          <p:nvPr/>
        </p:nvSpPr>
        <p:spPr>
          <a:xfrm xmlns:a="http://schemas.openxmlformats.org/drawingml/2006/main">
            <a:off x="1047750" y="1123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4D3B"/>
                </a:solidFill>
                <a:latin typeface="Hiragino Sans"/>
                <a:ea typeface="Hiragino Sans"/>
                <a:cs typeface="Hiragino Sans"/>
              </a:defRPr>
            </a:pPr>
            <a:r>
              <a:rPr sz="900" b="1">
                <a:solidFill>
                  <a:srgbClr val="0F4D3B"/>
                </a:solidFill>
                <a:latin typeface="Hiragino Sans"/>
                <a:ea typeface="Hiragino Sans"/>
                <a:cs typeface="Hiragino Sans"/>
              </a:rPr>
              <a:t>NEXT STEP</a:t>
            </a:r>
          </a:p>
        </p:txBody>
      </p:sp>
      <p:sp>
        <p:nvSpPr>
          <p:cNvPr id="5" name="">
            <a:extLst xmlns:a="http://schemas.openxmlformats.org/drawingml/2006/main">
              <a:ext uri="{FF2B5EF4-FFF2-40B4-BE49-F238E27FC236}">
                <a16:creationId xmlns:a16="http://schemas.microsoft.com/office/drawing/2014/main" id="{84456D6E-0BE6-4C55-852C-2F46DB3B505F}"/>
              </a:ext>
            </a:extLst>
          </p:cNvPr>
          <p:cNvSpPr>
            <a:spLocks xmlns:a="http://schemas.openxmlformats.org/drawingml/2006/main" noGrp="1"/>
          </p:cNvSpPr>
          <p:nvPr/>
        </p:nvSpPr>
        <p:spPr>
          <a:xfrm xmlns:a="http://schemas.openxmlformats.org/drawingml/2006/main">
            <a:off x="685800" y="1466850"/>
            <a:ext cx="59055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3251F"/>
                </a:solidFill>
                <a:latin typeface="Hiragino Sans"/>
                <a:ea typeface="Hiragino Sans"/>
                <a:cs typeface="Hiragino Sans"/>
              </a:defRPr>
            </a:pPr>
            <a:r>
              <a:rPr sz="3300" b="1">
                <a:solidFill>
                  <a:srgbClr val="13251F"/>
                </a:solidFill>
                <a:latin typeface="Hiragino Sans"/>
                <a:ea typeface="Hiragino Sans"/>
                <a:cs typeface="Hiragino Sans"/>
              </a:rPr>
              <a:t>最初の一歩は、</a:t>
            </a:r>
          </a:p>
          <a:p xmlns:a="http://schemas.openxmlformats.org/drawingml/2006/main">
            <a:pPr algn="l">
              <a:defRPr sz="3300" b="1">
                <a:solidFill>
                  <a:srgbClr val="13251F"/>
                </a:solidFill>
                <a:latin typeface="Hiragino Sans"/>
                <a:ea typeface="Hiragino Sans"/>
                <a:cs typeface="Hiragino Sans"/>
              </a:defRPr>
            </a:pPr>
            <a:r>
              <a:rPr sz="3300" b="1">
                <a:solidFill>
                  <a:srgbClr val="13251F"/>
                </a:solidFill>
                <a:latin typeface="Hiragino Sans"/>
                <a:ea typeface="Hiragino Sans"/>
                <a:cs typeface="Hiragino Sans"/>
              </a:rPr>
              <a:t>見るだけでも大丈夫。</a:t>
            </a:r>
          </a:p>
        </p:txBody>
      </p:sp>
      <p:sp>
        <p:nvSpPr>
          <p:cNvPr id="6" name="">
            <a:extLst xmlns:a="http://schemas.openxmlformats.org/drawingml/2006/main">
              <a:ext uri="{FF2B5EF4-FFF2-40B4-BE49-F238E27FC236}">
                <a16:creationId xmlns:a16="http://schemas.microsoft.com/office/drawing/2014/main" id="{37B8DCEB-E8C9-41DC-A349-161FE5CA6DD1}"/>
              </a:ext>
            </a:extLst>
          </p:cNvPr>
          <p:cNvSpPr>
            <a:spLocks xmlns:a="http://schemas.openxmlformats.org/drawingml/2006/main" noGrp="1"/>
          </p:cNvSpPr>
          <p:nvPr/>
        </p:nvSpPr>
        <p:spPr>
          <a:xfrm xmlns:a="http://schemas.openxmlformats.org/drawingml/2006/main">
            <a:off x="723900" y="2781300"/>
            <a:ext cx="53340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5E6E68"/>
                </a:solidFill>
                <a:latin typeface="Hiragino Sans"/>
                <a:ea typeface="Hiragino Sans"/>
                <a:cs typeface="Hiragino Sans"/>
              </a:defRPr>
            </a:pPr>
            <a:r>
              <a:rPr sz="1425" b="0">
                <a:solidFill>
                  <a:srgbClr val="5E6E68"/>
                </a:solidFill>
                <a:latin typeface="Hiragino Sans"/>
                <a:ea typeface="Hiragino Sans"/>
                <a:cs typeface="Hiragino Sans"/>
              </a:rPr>
              <a:t>まずはGrowLinkの雰囲気を知るところから。今の気持ちに合う入口を選び、暮らしに合う学び方を一緒に探していきます。</a:t>
            </a:r>
          </a:p>
        </p:txBody>
      </p:sp>
      <p:sp>
        <p:nvSpPr>
          <p:cNvPr id="7" name="">
            <a:extLst xmlns:a="http://schemas.openxmlformats.org/drawingml/2006/main">
              <a:ext uri="{FF2B5EF4-FFF2-40B4-BE49-F238E27FC236}">
                <a16:creationId xmlns:a16="http://schemas.microsoft.com/office/drawing/2014/main" id="{C8714BE6-1A16-4792-9C53-EAF9B4CE9B60}"/>
              </a:ext>
            </a:extLst>
          </p:cNvPr>
          <p:cNvSpPr>
            <a:spLocks xmlns:a="http://schemas.openxmlformats.org/drawingml/2006/main" noGrp="1"/>
          </p:cNvSpPr>
          <p:nvPr/>
        </p:nvSpPr>
        <p:spPr>
          <a:xfrm xmlns:a="http://schemas.openxmlformats.org/drawingml/2006/main">
            <a:off x="6667500" y="1162050"/>
            <a:ext cx="409575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FE9E3"/>
            </a:solidFill>
            <a:prstDash val="solid"/>
          </a:ln>
        </p:spPr>
      </p:sp>
      <p:sp>
        <p:nvSpPr>
          <p:cNvPr id="8" name="">
            <a:extLst xmlns:a="http://schemas.openxmlformats.org/drawingml/2006/main">
              <a:ext uri="{FF2B5EF4-FFF2-40B4-BE49-F238E27FC236}">
                <a16:creationId xmlns:a16="http://schemas.microsoft.com/office/drawing/2014/main" id="{2152F76C-25E3-469D-B90A-3A57F13A3DB4}"/>
              </a:ext>
            </a:extLst>
          </p:cNvPr>
          <p:cNvSpPr>
            <a:spLocks xmlns:a="http://schemas.openxmlformats.org/drawingml/2006/main" noGrp="1"/>
          </p:cNvSpPr>
          <p:nvPr/>
        </p:nvSpPr>
        <p:spPr>
          <a:xfrm xmlns:a="http://schemas.openxmlformats.org/drawingml/2006/main">
            <a:off x="6934200" y="1352550"/>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4D3B"/>
                </a:solidFill>
                <a:latin typeface="Hiragino Sans"/>
                <a:ea typeface="Hiragino Sans"/>
                <a:cs typeface="Hiragino Sans"/>
              </a:defRPr>
            </a:pPr>
            <a:r>
              <a:rPr sz="1050" b="1">
                <a:solidFill>
                  <a:srgbClr val="0F4D3B"/>
                </a:solidFill>
                <a:latin typeface="Hiragino Sans"/>
                <a:ea typeface="Hiragino Sans"/>
                <a:cs typeface="Hiragino Sans"/>
              </a:rPr>
              <a:t>Workshop</a:t>
            </a:r>
          </a:p>
        </p:txBody>
      </p:sp>
      <p:sp>
        <p:nvSpPr>
          <p:cNvPr id="9" name="">
            <a:extLst xmlns:a="http://schemas.openxmlformats.org/drawingml/2006/main">
              <a:ext uri="{FF2B5EF4-FFF2-40B4-BE49-F238E27FC236}">
                <a16:creationId xmlns:a16="http://schemas.microsoft.com/office/drawing/2014/main" id="{BD40FD6B-9B44-494B-B29F-495C57F0383C}"/>
              </a:ext>
            </a:extLst>
          </p:cNvPr>
          <p:cNvSpPr>
            <a:spLocks xmlns:a="http://schemas.openxmlformats.org/drawingml/2006/main" noGrp="1"/>
          </p:cNvSpPr>
          <p:nvPr/>
        </p:nvSpPr>
        <p:spPr>
          <a:xfrm xmlns:a="http://schemas.openxmlformats.org/drawingml/2006/main">
            <a:off x="8096250" y="1333500"/>
            <a:ext cx="2190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3251F"/>
                </a:solidFill>
                <a:latin typeface="Hiragino Sans"/>
                <a:ea typeface="Hiragino Sans"/>
                <a:cs typeface="Hiragino Sans"/>
              </a:defRPr>
            </a:pPr>
            <a:r>
              <a:rPr sz="1650" b="1">
                <a:solidFill>
                  <a:srgbClr val="13251F"/>
                </a:solidFill>
                <a:latin typeface="Hiragino Sans"/>
                <a:ea typeface="Hiragino Sans"/>
                <a:cs typeface="Hiragino Sans"/>
              </a:rPr>
              <a:t>無料講座</a:t>
            </a:r>
          </a:p>
        </p:txBody>
      </p:sp>
      <p:sp>
        <p:nvSpPr>
          <p:cNvPr id="10" name="">
            <a:extLst xmlns:a="http://schemas.openxmlformats.org/drawingml/2006/main">
              <a:ext uri="{FF2B5EF4-FFF2-40B4-BE49-F238E27FC236}">
                <a16:creationId xmlns:a16="http://schemas.microsoft.com/office/drawing/2014/main" id="{56197F96-F9FE-413D-9E57-564D3F105782}"/>
              </a:ext>
            </a:extLst>
          </p:cNvPr>
          <p:cNvSpPr>
            <a:spLocks xmlns:a="http://schemas.openxmlformats.org/drawingml/2006/main" noGrp="1"/>
          </p:cNvSpPr>
          <p:nvPr/>
        </p:nvSpPr>
        <p:spPr>
          <a:xfrm xmlns:a="http://schemas.openxmlformats.org/drawingml/2006/main">
            <a:off x="8096250" y="1676400"/>
            <a:ext cx="2286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5E6E68"/>
                </a:solidFill>
                <a:latin typeface="Hiragino Sans"/>
                <a:ea typeface="Hiragino Sans"/>
                <a:cs typeface="Hiragino Sans"/>
              </a:defRPr>
            </a:pPr>
            <a:r>
              <a:rPr sz="1013" b="0">
                <a:solidFill>
                  <a:srgbClr val="5E6E68"/>
                </a:solidFill>
                <a:latin typeface="Hiragino Sans"/>
                <a:ea typeface="Hiragino Sans"/>
                <a:cs typeface="Hiragino Sans"/>
              </a:rPr>
              <a:t>雰囲気を知り、学び方と選択肢を整理する入口。</a:t>
            </a:r>
          </a:p>
        </p:txBody>
      </p:sp>
      <p:sp>
        <p:nvSpPr>
          <p:cNvPr id="11" name="">
            <a:extLst xmlns:a="http://schemas.openxmlformats.org/drawingml/2006/main">
              <a:ext uri="{FF2B5EF4-FFF2-40B4-BE49-F238E27FC236}">
                <a16:creationId xmlns:a16="http://schemas.microsoft.com/office/drawing/2014/main" id="{4F524FDB-F0C6-45BB-A97D-F88CCB5D8071}"/>
              </a:ext>
            </a:extLst>
          </p:cNvPr>
          <p:cNvSpPr>
            <a:spLocks xmlns:a="http://schemas.openxmlformats.org/drawingml/2006/main" noGrp="1"/>
          </p:cNvSpPr>
          <p:nvPr/>
        </p:nvSpPr>
        <p:spPr>
          <a:xfrm xmlns:a="http://schemas.openxmlformats.org/drawingml/2006/main">
            <a:off x="6667500" y="2514600"/>
            <a:ext cx="4095750" cy="1047750"/>
          </a:xfrm>
          <a:prstGeom xmlns:a="http://schemas.openxmlformats.org/drawingml/2006/main" prst="rect">
            <a:avLst/>
          </a:prstGeom>
          <a:solidFill xmlns:a="http://schemas.openxmlformats.org/drawingml/2006/main">
            <a:srgbClr val="EEF8F1"/>
          </a:solidFill>
          <a:ln xmlns:a="http://schemas.openxmlformats.org/drawingml/2006/main" w="9525">
            <a:solidFill>
              <a:srgbClr val="DFE9E3"/>
            </a:solidFill>
            <a:prstDash val="solid"/>
          </a:ln>
        </p:spPr>
      </p:sp>
      <p:sp>
        <p:nvSpPr>
          <p:cNvPr id="12" name="">
            <a:extLst xmlns:a="http://schemas.openxmlformats.org/drawingml/2006/main">
              <a:ext uri="{FF2B5EF4-FFF2-40B4-BE49-F238E27FC236}">
                <a16:creationId xmlns:a16="http://schemas.microsoft.com/office/drawing/2014/main" id="{F2D9AA08-8052-4C17-B6EE-588E67110ACE}"/>
              </a:ext>
            </a:extLst>
          </p:cNvPr>
          <p:cNvSpPr>
            <a:spLocks xmlns:a="http://schemas.openxmlformats.org/drawingml/2006/main" noGrp="1"/>
          </p:cNvSpPr>
          <p:nvPr/>
        </p:nvSpPr>
        <p:spPr>
          <a:xfrm xmlns:a="http://schemas.openxmlformats.org/drawingml/2006/main">
            <a:off x="6934200" y="2705100"/>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4D3B"/>
                </a:solidFill>
                <a:latin typeface="Hiragino Sans"/>
                <a:ea typeface="Hiragino Sans"/>
                <a:cs typeface="Hiragino Sans"/>
              </a:defRPr>
            </a:pPr>
            <a:r>
              <a:rPr sz="1050" b="1">
                <a:solidFill>
                  <a:srgbClr val="0F4D3B"/>
                </a:solidFill>
                <a:latin typeface="Hiragino Sans"/>
                <a:ea typeface="Hiragino Sans"/>
                <a:cs typeface="Hiragino Sans"/>
              </a:rPr>
              <a:t>Advance</a:t>
            </a:r>
          </a:p>
        </p:txBody>
      </p:sp>
      <p:sp>
        <p:nvSpPr>
          <p:cNvPr id="13" name="">
            <a:extLst xmlns:a="http://schemas.openxmlformats.org/drawingml/2006/main">
              <a:ext uri="{FF2B5EF4-FFF2-40B4-BE49-F238E27FC236}">
                <a16:creationId xmlns:a16="http://schemas.microsoft.com/office/drawing/2014/main" id="{A4C25294-2A99-4CC0-AC54-301CDEE45238}"/>
              </a:ext>
            </a:extLst>
          </p:cNvPr>
          <p:cNvSpPr>
            <a:spLocks xmlns:a="http://schemas.openxmlformats.org/drawingml/2006/main" noGrp="1"/>
          </p:cNvSpPr>
          <p:nvPr/>
        </p:nvSpPr>
        <p:spPr>
          <a:xfrm xmlns:a="http://schemas.openxmlformats.org/drawingml/2006/main">
            <a:off x="8096250" y="2686050"/>
            <a:ext cx="2190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3251F"/>
                </a:solidFill>
                <a:latin typeface="Hiragino Sans"/>
                <a:ea typeface="Hiragino Sans"/>
                <a:cs typeface="Hiragino Sans"/>
              </a:defRPr>
            </a:pPr>
            <a:r>
              <a:rPr sz="1650" b="1">
                <a:solidFill>
                  <a:srgbClr val="13251F"/>
                </a:solidFill>
                <a:latin typeface="Hiragino Sans"/>
                <a:ea typeface="Hiragino Sans"/>
                <a:cs typeface="Hiragino Sans"/>
              </a:rPr>
              <a:t>10週間の本講座</a:t>
            </a:r>
          </a:p>
        </p:txBody>
      </p:sp>
      <p:sp>
        <p:nvSpPr>
          <p:cNvPr id="14" name="">
            <a:extLst xmlns:a="http://schemas.openxmlformats.org/drawingml/2006/main">
              <a:ext uri="{FF2B5EF4-FFF2-40B4-BE49-F238E27FC236}">
                <a16:creationId xmlns:a16="http://schemas.microsoft.com/office/drawing/2014/main" id="{7ED39F15-B1D9-44B2-BFBD-72BF9974EBCC}"/>
              </a:ext>
            </a:extLst>
          </p:cNvPr>
          <p:cNvSpPr>
            <a:spLocks xmlns:a="http://schemas.openxmlformats.org/drawingml/2006/main" noGrp="1"/>
          </p:cNvSpPr>
          <p:nvPr/>
        </p:nvSpPr>
        <p:spPr>
          <a:xfrm xmlns:a="http://schemas.openxmlformats.org/drawingml/2006/main">
            <a:off x="8096250" y="3028950"/>
            <a:ext cx="2286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5E6E68"/>
                </a:solidFill>
                <a:latin typeface="Hiragino Sans"/>
                <a:ea typeface="Hiragino Sans"/>
                <a:cs typeface="Hiragino Sans"/>
              </a:defRPr>
            </a:pPr>
            <a:r>
              <a:rPr sz="1013" b="0">
                <a:solidFill>
                  <a:srgbClr val="5E6E68"/>
                </a:solidFill>
                <a:latin typeface="Hiragino Sans"/>
                <a:ea typeface="Hiragino Sans"/>
                <a:cs typeface="Hiragino Sans"/>
              </a:rPr>
              <a:t>基礎を学び、制作し、次の一歩まで形にする中心プラン。</a:t>
            </a:r>
          </a:p>
        </p:txBody>
      </p:sp>
      <p:sp>
        <p:nvSpPr>
          <p:cNvPr id="15" name="">
            <a:extLst xmlns:a="http://schemas.openxmlformats.org/drawingml/2006/main">
              <a:ext uri="{FF2B5EF4-FFF2-40B4-BE49-F238E27FC236}">
                <a16:creationId xmlns:a16="http://schemas.microsoft.com/office/drawing/2014/main" id="{860C4706-74C2-47E8-A1DD-7D8187C18216}"/>
              </a:ext>
            </a:extLst>
          </p:cNvPr>
          <p:cNvSpPr>
            <a:spLocks xmlns:a="http://schemas.openxmlformats.org/drawingml/2006/main" noGrp="1"/>
          </p:cNvSpPr>
          <p:nvPr/>
        </p:nvSpPr>
        <p:spPr>
          <a:xfrm xmlns:a="http://schemas.openxmlformats.org/drawingml/2006/main">
            <a:off x="6667500" y="3867150"/>
            <a:ext cx="409575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FE9E3"/>
            </a:solidFill>
            <a:prstDash val="solid"/>
          </a:ln>
        </p:spPr>
      </p:sp>
      <p:sp>
        <p:nvSpPr>
          <p:cNvPr id="16" name="">
            <a:extLst xmlns:a="http://schemas.openxmlformats.org/drawingml/2006/main">
              <a:ext uri="{FF2B5EF4-FFF2-40B4-BE49-F238E27FC236}">
                <a16:creationId xmlns:a16="http://schemas.microsoft.com/office/drawing/2014/main" id="{4EB5D4A4-791C-4804-ADC7-727149098D6B}"/>
              </a:ext>
            </a:extLst>
          </p:cNvPr>
          <p:cNvSpPr>
            <a:spLocks xmlns:a="http://schemas.openxmlformats.org/drawingml/2006/main" noGrp="1"/>
          </p:cNvSpPr>
          <p:nvPr/>
        </p:nvSpPr>
        <p:spPr>
          <a:xfrm xmlns:a="http://schemas.openxmlformats.org/drawingml/2006/main">
            <a:off x="6934200" y="4057650"/>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4D3B"/>
                </a:solidFill>
                <a:latin typeface="Hiragino Sans"/>
                <a:ea typeface="Hiragino Sans"/>
                <a:cs typeface="Hiragino Sans"/>
              </a:defRPr>
            </a:pPr>
            <a:r>
              <a:rPr sz="1050" b="1">
                <a:solidFill>
                  <a:srgbClr val="0F4D3B"/>
                </a:solidFill>
                <a:latin typeface="Hiragino Sans"/>
                <a:ea typeface="Hiragino Sans"/>
                <a:cs typeface="Hiragino Sans"/>
              </a:rPr>
              <a:t>Nexus</a:t>
            </a:r>
          </a:p>
        </p:txBody>
      </p:sp>
      <p:sp>
        <p:nvSpPr>
          <p:cNvPr id="17" name="">
            <a:extLst xmlns:a="http://schemas.openxmlformats.org/drawingml/2006/main">
              <a:ext uri="{FF2B5EF4-FFF2-40B4-BE49-F238E27FC236}">
                <a16:creationId xmlns:a16="http://schemas.microsoft.com/office/drawing/2014/main" id="{B87C5885-B687-4FD1-A37A-8BC2778242F8}"/>
              </a:ext>
            </a:extLst>
          </p:cNvPr>
          <p:cNvSpPr>
            <a:spLocks xmlns:a="http://schemas.openxmlformats.org/drawingml/2006/main" noGrp="1"/>
          </p:cNvSpPr>
          <p:nvPr/>
        </p:nvSpPr>
        <p:spPr>
          <a:xfrm xmlns:a="http://schemas.openxmlformats.org/drawingml/2006/main">
            <a:off x="8096250" y="4038600"/>
            <a:ext cx="2190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3251F"/>
                </a:solidFill>
                <a:latin typeface="Hiragino Sans"/>
                <a:ea typeface="Hiragino Sans"/>
                <a:cs typeface="Hiragino Sans"/>
              </a:defRPr>
            </a:pPr>
            <a:r>
              <a:rPr sz="1650" b="1">
                <a:solidFill>
                  <a:srgbClr val="13251F"/>
                </a:solidFill>
                <a:latin typeface="Hiragino Sans"/>
                <a:ea typeface="Hiragino Sans"/>
                <a:cs typeface="Hiragino Sans"/>
              </a:rPr>
              <a:t>継続コミュニティ</a:t>
            </a:r>
          </a:p>
        </p:txBody>
      </p:sp>
      <p:sp>
        <p:nvSpPr>
          <p:cNvPr id="18" name="">
            <a:extLst xmlns:a="http://schemas.openxmlformats.org/drawingml/2006/main">
              <a:ext uri="{FF2B5EF4-FFF2-40B4-BE49-F238E27FC236}">
                <a16:creationId xmlns:a16="http://schemas.microsoft.com/office/drawing/2014/main" id="{D570A977-87F4-4A7A-BA0E-F5038ED46B74}"/>
              </a:ext>
            </a:extLst>
          </p:cNvPr>
          <p:cNvSpPr>
            <a:spLocks xmlns:a="http://schemas.openxmlformats.org/drawingml/2006/main" noGrp="1"/>
          </p:cNvSpPr>
          <p:nvPr/>
        </p:nvSpPr>
        <p:spPr>
          <a:xfrm xmlns:a="http://schemas.openxmlformats.org/drawingml/2006/main">
            <a:off x="8096250" y="4381500"/>
            <a:ext cx="2286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5E6E68"/>
                </a:solidFill>
                <a:latin typeface="Hiragino Sans"/>
                <a:ea typeface="Hiragino Sans"/>
                <a:cs typeface="Hiragino Sans"/>
              </a:defRPr>
            </a:pPr>
            <a:r>
              <a:rPr sz="1013" b="0">
                <a:solidFill>
                  <a:srgbClr val="5E6E68"/>
                </a:solidFill>
                <a:latin typeface="Hiragino Sans"/>
                <a:ea typeface="Hiragino Sans"/>
                <a:cs typeface="Hiragino Sans"/>
              </a:rPr>
              <a:t>卒業後も情報交換、相談、継続課題でつながる場所。</a:t>
            </a:r>
          </a:p>
        </p:txBody>
      </p:sp>
      <p:sp>
        <p:nvSpPr>
          <p:cNvPr id="19" name="">
            <a:extLst xmlns:a="http://schemas.openxmlformats.org/drawingml/2006/main">
              <a:ext uri="{FF2B5EF4-FFF2-40B4-BE49-F238E27FC236}">
                <a16:creationId xmlns:a16="http://schemas.microsoft.com/office/drawing/2014/main" id="{9AD3F4D3-AB01-48B9-97C8-3441081B14F4}"/>
              </a:ext>
            </a:extLst>
          </p:cNvPr>
          <p:cNvSpPr>
            <a:spLocks xmlns:a="http://schemas.openxmlformats.org/drawingml/2006/main" noGrp="1"/>
          </p:cNvSpPr>
          <p:nvPr/>
        </p:nvSpPr>
        <p:spPr>
          <a:xfrm xmlns:a="http://schemas.openxmlformats.org/drawingml/2006/main">
            <a:off x="723900" y="4476750"/>
            <a:ext cx="4762500" cy="952500"/>
          </a:xfrm>
          <a:prstGeom xmlns:a="http://schemas.openxmlformats.org/drawingml/2006/main" prst="rect">
            <a:avLst/>
          </a:prstGeom>
          <a:solidFill xmlns:a="http://schemas.openxmlformats.org/drawingml/2006/main">
            <a:srgbClr val="0F4D3B"/>
          </a:solidFill>
          <a:ln xmlns:a="http://schemas.openxmlformats.org/drawingml/2006/main" w="0">
            <a:solidFill>
              <a:srgbClr val="0F4D3B"/>
            </a:solidFill>
            <a:prstDash val="solid"/>
          </a:ln>
        </p:spPr>
      </p:sp>
      <p:sp>
        <p:nvSpPr>
          <p:cNvPr id="20" name="">
            <a:extLst xmlns:a="http://schemas.openxmlformats.org/drawingml/2006/main">
              <a:ext uri="{FF2B5EF4-FFF2-40B4-BE49-F238E27FC236}">
                <a16:creationId xmlns:a16="http://schemas.microsoft.com/office/drawing/2014/main" id="{11618B8A-77AD-41A0-A706-6E56641DFA9D}"/>
              </a:ext>
            </a:extLst>
          </p:cNvPr>
          <p:cNvSpPr>
            <a:spLocks xmlns:a="http://schemas.openxmlformats.org/drawingml/2006/main" noGrp="1"/>
          </p:cNvSpPr>
          <p:nvPr/>
        </p:nvSpPr>
        <p:spPr>
          <a:xfrm xmlns:a="http://schemas.openxmlformats.org/drawingml/2006/main">
            <a:off x="1066800" y="4686300"/>
            <a:ext cx="3905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Hiragino Sans"/>
                <a:ea typeface="Hiragino Sans"/>
                <a:cs typeface="Hiragino Sans"/>
              </a:defRPr>
            </a:pPr>
            <a:r>
              <a:rPr sz="1650" b="1">
                <a:solidFill>
                  <a:srgbClr val="FFFFFF"/>
                </a:solidFill>
                <a:latin typeface="Hiragino Sans"/>
                <a:ea typeface="Hiragino Sans"/>
                <a:cs typeface="Hiragino Sans"/>
              </a:rPr>
              <a:t>無料講座を見る / まずは相談してみる</a:t>
            </a:r>
          </a:p>
        </p:txBody>
      </p:sp>
      <p:sp>
        <p:nvSpPr>
          <p:cNvPr id="21" name="">
            <a:extLst xmlns:a="http://schemas.openxmlformats.org/drawingml/2006/main">
              <a:ext uri="{FF2B5EF4-FFF2-40B4-BE49-F238E27FC236}">
                <a16:creationId xmlns:a16="http://schemas.microsoft.com/office/drawing/2014/main" id="{819B9AD2-9968-4E34-84A4-03F5F87DD4E7}"/>
              </a:ext>
            </a:extLst>
          </p:cNvPr>
          <p:cNvSpPr>
            <a:spLocks xmlns:a="http://schemas.openxmlformats.org/drawingml/2006/main" noGrp="1"/>
          </p:cNvSpPr>
          <p:nvPr/>
        </p:nvSpPr>
        <p:spPr>
          <a:xfrm xmlns:a="http://schemas.openxmlformats.org/drawingml/2006/main">
            <a:off x="1066800" y="506730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DBEEE6"/>
                </a:solidFill>
                <a:latin typeface="Hiragino Sans"/>
                <a:ea typeface="Hiragino Sans"/>
                <a:cs typeface="Hiragino Sans"/>
              </a:defRPr>
            </a:pPr>
            <a:r>
              <a:rPr sz="1125" b="0">
                <a:solidFill>
                  <a:srgbClr val="DBEEE6"/>
                </a:solidFill>
                <a:latin typeface="Hiragino Sans"/>
                <a:ea typeface="Hiragino Sans"/>
                <a:cs typeface="Hiragino Sans"/>
              </a:rPr>
              <a:t>公式LINE・相談フォームから案内</a:t>
            </a:r>
          </a:p>
        </p:txBody>
      </p:sp>
      <p:sp>
        <p:nvSpPr>
          <p:cNvPr id="22" name="">
            <a:extLst xmlns:a="http://schemas.openxmlformats.org/drawingml/2006/main">
              <a:ext uri="{FF2B5EF4-FFF2-40B4-BE49-F238E27FC236}">
                <a16:creationId xmlns:a16="http://schemas.microsoft.com/office/drawing/2014/main" id="{1AAFF6D6-00C7-42B9-883E-8DF29989CAF7}"/>
              </a:ext>
            </a:extLst>
          </p:cNvPr>
          <p:cNvSpPr>
            <a:spLocks xmlns:a="http://schemas.openxmlformats.org/drawingml/2006/main" noGrp="1"/>
          </p:cNvSpPr>
          <p:nvPr/>
        </p:nvSpPr>
        <p:spPr>
          <a:xfrm xmlns:a="http://schemas.openxmlformats.org/drawingml/2006/main">
            <a:off x="685800" y="6419850"/>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789087"/>
                </a:solidFill>
                <a:latin typeface="Hiragino Sans"/>
                <a:ea typeface="Hiragino Sans"/>
                <a:cs typeface="Hiragino Sans"/>
              </a:defRPr>
            </a:pPr>
            <a:r>
              <a:rPr sz="825" b="0">
                <a:solidFill>
                  <a:srgbClr val="789087"/>
                </a:solidFill>
                <a:latin typeface="Hiragino Sans"/>
                <a:ea typeface="Hiragino Sans"/>
                <a:cs typeface="Hiragino Sans"/>
              </a:rPr>
              <a:t>GrowLink introduction</a:t>
            </a:r>
          </a:p>
        </p:txBody>
      </p:sp>
      <p:sp>
        <p:nvSpPr>
          <p:cNvPr id="23" name="">
            <a:extLst xmlns:a="http://schemas.openxmlformats.org/drawingml/2006/main">
              <a:ext uri="{FF2B5EF4-FFF2-40B4-BE49-F238E27FC236}">
                <a16:creationId xmlns:a16="http://schemas.microsoft.com/office/drawing/2014/main" id="{786066E3-6FED-43AA-ABE4-B341AD7F60EC}"/>
              </a:ext>
            </a:extLst>
          </p:cNvPr>
          <p:cNvSpPr>
            <a:spLocks xmlns:a="http://schemas.openxmlformats.org/drawingml/2006/main" noGrp="1"/>
          </p:cNvSpPr>
          <p:nvPr/>
        </p:nvSpPr>
        <p:spPr>
          <a:xfrm xmlns:a="http://schemas.openxmlformats.org/drawingml/2006/main">
            <a:off x="10820400" y="6400800"/>
            <a:ext cx="68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4D3B"/>
                </a:solidFill>
                <a:latin typeface="Hiragino Sans"/>
                <a:ea typeface="Hiragino Sans"/>
                <a:cs typeface="Hiragino Sans"/>
              </a:defRPr>
            </a:pPr>
            <a:r>
              <a:rPr sz="975" b="1">
                <a:solidFill>
                  <a:srgbClr val="0F4D3B"/>
                </a:solidFill>
                <a:latin typeface="Hiragino Sans"/>
                <a:ea typeface="Hiragino Sans"/>
                <a:cs typeface="Hiragino Sans"/>
              </a:rPr>
              <a:t>07</a:t>
            </a:r>
          </a:p>
        </p:txBody>
      </p:sp>
    </p:spTree>
    <p:extLst>
      <p:ext uri="{BB962C8B-B14F-4D97-AF65-F5344CB8AC3E}">
        <p14:creationId xmlns:p14="http://schemas.microsoft.com/office/powerpoint/2010/main" val="6784663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2026-06-15T00:36:00.5580000Z</dcterms:created>
  <dcterms:modified xsi:type="dcterms:W3CDTF">2026-06-15T00:36:00.5580000Z</dcterms:modified>
</coreProperties>
</file>